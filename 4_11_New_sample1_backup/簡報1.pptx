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3" r:id="rId3"/>
    <p:sldId id="256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64904D-D392-46AA-988C-FF923B506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15F41A9-8EA4-45D8-AE7E-703F6D2C4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456752-142F-49CD-AFB1-7CBD6ABBC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2B77FD-1703-42C6-B5AE-71738A48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DAD8F-20B8-4D59-BEB3-EC81EF84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654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9FCB33-F855-4A8D-A701-9EE23C97C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2F7FF3-0637-4B35-87E1-9CE4DF634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323928-2F7E-422D-B408-5E8156C3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69647F-C671-469B-B3FC-11163BB0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C17A1C-432D-4E12-8C18-E22AB307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91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BB5726-E2A1-4085-99E4-184B96145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4C00F7-29F6-4604-A9A4-16305B67A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66AEC4-1178-4DF6-8082-4AFD80514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37E8CB-5823-4EB6-B6BD-805753D90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884CD9-FB38-487A-BBF5-4B9A0A01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44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11241-CD35-4C6B-9A75-D606C059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7B20CB-4018-4D93-97A5-F1B09A88D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C21A05A-34E6-4794-9E82-AB083B0BF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2F820-D783-4C91-841A-B28366C56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4ED1AD-D1F4-44B1-A0EC-B34E3609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6C058E-1211-4861-9FA8-30EEFEA20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42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28D07-C007-470E-ABE8-D5E786B6C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953F4D0-475B-4DC7-BC05-E205425C1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17FFF8-8736-4FAF-A720-D28DEFDAB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2E70EAA-1DF7-4935-94B7-0364E5BF8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88C64EF-1EF9-40FF-901F-53BA6C040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B9BB3F-B8BE-4A99-8301-E8F94A503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6C802FD-37F2-4447-BB8C-0215C951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1A9D738-2C85-4D63-B8B3-A96A4467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6578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6E0126-7DBE-4D2E-B23E-40BD8078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3C807A5-1019-4DA2-BAAB-E0EEE052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D0EB321-A0B4-421C-B0B7-BCF9D775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3135C7-71DD-4B56-8182-8D7320F99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78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06CF4DF-9C7D-4713-A399-97C456BB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FC8C951-CDDB-4B25-8C10-D2E9C19D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994C39-3FDA-4C2B-B53A-34B57523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8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178FE6-6715-4804-BB7C-8862EEF9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7D8FAE-2B26-4366-8C6D-15E28AD08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AAAC91-2E94-4CAA-B212-3A81DD5A7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420086-45A9-45F2-9F78-9ECDD63C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1F9DAB-0265-4EA8-9602-069110F99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2608B8-F6BA-4D7D-8609-40EF49DC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53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E30692-C20C-410A-88F6-780E17493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987D0B5-A1D1-4C0D-91A5-CD9C5DB29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C174D73-41CF-4A15-9E25-AC162C924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B6339D-7744-4D6A-899E-134EE7AB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C8C3D9-A809-40FC-8E02-8D335C3C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4A795B-AEAC-484F-9BFD-2FB537F3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8055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2B28B0-302B-448B-AEB7-D803E15DB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94CC4F9-C5A1-4C58-ADF6-4D2EA6588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7A85B6-F460-46B2-A66D-1588D167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872FB1-9BD8-48BF-8818-A8A08717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0A63CA-87AD-4D79-8DD3-8D99D3EE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97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F2EFE60-90CB-4188-A749-8AB784DEF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E90F981-F575-47EF-AE8D-0E62DDAC2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45034B-51DA-4812-9661-6985D8BF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C691FA-8F52-4CBB-9C37-B2B34046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ABEFAB-EDF6-409D-A712-4537E637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12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738A5EB-2FAD-4FE0-AEA2-0AF819342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5BF3B5-8C50-47C8-8A06-A887524F2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516662-078E-44DD-9D5C-5CE527C6F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21303-3602-4CD6-906D-7F85F1128972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09118-8D8A-4D12-9B05-AC7281CD85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31636E-FB8C-4C25-A000-4FA05FD1F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485E-9712-4961-B523-F5A5E6A133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78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投影片編號版面配置區 3">
            <a:extLst>
              <a:ext uri="{FF2B5EF4-FFF2-40B4-BE49-F238E27FC236}">
                <a16:creationId xmlns:a16="http://schemas.microsoft.com/office/drawing/2014/main" id="{58884BB6-83DD-4889-AFD4-26F73DB8F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/>
              <a:t>林錫寬編  </a:t>
            </a:r>
            <a:fld id="{37396583-801D-4151-8C16-2D488C51EB5F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CE1E5F38-BD0A-41E1-AFC1-FAA575EC4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"/>
            <a:ext cx="9144000" cy="612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8" name="Oval 3">
            <a:extLst>
              <a:ext uri="{FF2B5EF4-FFF2-40B4-BE49-F238E27FC236}">
                <a16:creationId xmlns:a16="http://schemas.microsoft.com/office/drawing/2014/main" id="{1B2A10DF-2C68-4353-9D75-2A4496CD0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476251"/>
            <a:ext cx="360363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endParaRPr lang="zh-TW" altLang="en-US"/>
          </a:p>
        </p:txBody>
      </p:sp>
      <p:sp>
        <p:nvSpPr>
          <p:cNvPr id="16389" name="Oval 4">
            <a:extLst>
              <a:ext uri="{FF2B5EF4-FFF2-40B4-BE49-F238E27FC236}">
                <a16:creationId xmlns:a16="http://schemas.microsoft.com/office/drawing/2014/main" id="{B5E1C23B-3C2C-42B9-B653-4C4A5F340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9" y="908051"/>
            <a:ext cx="936625" cy="360363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endParaRPr lang="zh-TW" altLang="en-US"/>
          </a:p>
        </p:txBody>
      </p:sp>
      <p:sp>
        <p:nvSpPr>
          <p:cNvPr id="16390" name="Oval 5">
            <a:extLst>
              <a:ext uri="{FF2B5EF4-FFF2-40B4-BE49-F238E27FC236}">
                <a16:creationId xmlns:a16="http://schemas.microsoft.com/office/drawing/2014/main" id="{2CF7873D-E2A0-4222-A826-D44B89D7E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04813"/>
            <a:ext cx="468313" cy="3603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endParaRPr lang="zh-TW" altLang="en-US"/>
          </a:p>
        </p:txBody>
      </p:sp>
      <p:sp>
        <p:nvSpPr>
          <p:cNvPr id="16391" name="Oval 6">
            <a:extLst>
              <a:ext uri="{FF2B5EF4-FFF2-40B4-BE49-F238E27FC236}">
                <a16:creationId xmlns:a16="http://schemas.microsoft.com/office/drawing/2014/main" id="{E9D47D75-758A-49BA-8FF0-6EFB65A86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2060576"/>
            <a:ext cx="863600" cy="35877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endParaRPr lang="zh-TW" altLang="en-US"/>
          </a:p>
        </p:txBody>
      </p:sp>
      <p:sp>
        <p:nvSpPr>
          <p:cNvPr id="16392" name="Oval 7">
            <a:extLst>
              <a:ext uri="{FF2B5EF4-FFF2-40B4-BE49-F238E27FC236}">
                <a16:creationId xmlns:a16="http://schemas.microsoft.com/office/drawing/2014/main" id="{4D3A7528-2A1D-4971-9BB9-B5D4AA013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2852739"/>
            <a:ext cx="792162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endParaRPr lang="zh-TW" altLang="en-US"/>
          </a:p>
        </p:txBody>
      </p:sp>
      <p:sp>
        <p:nvSpPr>
          <p:cNvPr id="16393" name="Text Box 8">
            <a:extLst>
              <a:ext uri="{FF2B5EF4-FFF2-40B4-BE49-F238E27FC236}">
                <a16:creationId xmlns:a16="http://schemas.microsoft.com/office/drawing/2014/main" id="{83A0B4C6-1623-4295-AD15-EB9FF74CC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0" y="88900"/>
            <a:ext cx="331788" cy="3048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1400"/>
              <a:t>1.</a:t>
            </a:r>
          </a:p>
        </p:txBody>
      </p:sp>
      <p:sp>
        <p:nvSpPr>
          <p:cNvPr id="16394" name="Text Box 9">
            <a:extLst>
              <a:ext uri="{FF2B5EF4-FFF2-40B4-BE49-F238E27FC236}">
                <a16:creationId xmlns:a16="http://schemas.microsoft.com/office/drawing/2014/main" id="{6ACC8A33-DC2B-4942-9F07-4030C83D1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981075"/>
            <a:ext cx="331788" cy="3048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1400"/>
              <a:t>2.</a:t>
            </a:r>
          </a:p>
        </p:txBody>
      </p:sp>
      <p:sp>
        <p:nvSpPr>
          <p:cNvPr id="16395" name="Text Box 10">
            <a:extLst>
              <a:ext uri="{FF2B5EF4-FFF2-40B4-BE49-F238E27FC236}">
                <a16:creationId xmlns:a16="http://schemas.microsoft.com/office/drawing/2014/main" id="{515E9772-BCB8-4DE0-A302-F000451B8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333375"/>
            <a:ext cx="331788" cy="3048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1400"/>
              <a:t>3.</a:t>
            </a:r>
          </a:p>
        </p:txBody>
      </p:sp>
      <p:sp>
        <p:nvSpPr>
          <p:cNvPr id="16396" name="Text Box 11">
            <a:extLst>
              <a:ext uri="{FF2B5EF4-FFF2-40B4-BE49-F238E27FC236}">
                <a16:creationId xmlns:a16="http://schemas.microsoft.com/office/drawing/2014/main" id="{3D999C4F-D732-4F74-A9E5-86AC2F18E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9" y="1916113"/>
            <a:ext cx="331787" cy="3048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1400"/>
              <a:t>4.</a:t>
            </a:r>
          </a:p>
        </p:txBody>
      </p:sp>
      <p:sp>
        <p:nvSpPr>
          <p:cNvPr id="16397" name="Text Box 12">
            <a:extLst>
              <a:ext uri="{FF2B5EF4-FFF2-40B4-BE49-F238E27FC236}">
                <a16:creationId xmlns:a16="http://schemas.microsoft.com/office/drawing/2014/main" id="{114D4C8A-C6A8-436B-BA96-4F4A0B3BE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2708275"/>
            <a:ext cx="331788" cy="3048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sz="1400"/>
              <a:t>5.</a:t>
            </a:r>
          </a:p>
        </p:txBody>
      </p:sp>
      <p:sp>
        <p:nvSpPr>
          <p:cNvPr id="16398" name="Rectangle 3">
            <a:extLst>
              <a:ext uri="{FF2B5EF4-FFF2-40B4-BE49-F238E27FC236}">
                <a16:creationId xmlns:a16="http://schemas.microsoft.com/office/drawing/2014/main" id="{047BC6EB-4E00-40AB-8D26-1259CBE81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0063" y="69850"/>
            <a:ext cx="3205162" cy="6477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 defTabSz="44926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800100" indent="-342900" defTabSz="44926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257300" indent="-342900" defTabSz="44926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714500" indent="-342900" defTabSz="44926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71700" indent="-342900" defTabSz="44926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628900" indent="-3429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86100" indent="-3429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43300" indent="-3429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4000500" indent="-3429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zh-TW" altLang="en-US" b="1">
                <a:solidFill>
                  <a:srgbClr val="FF0000"/>
                </a:solidFill>
              </a:rPr>
              <a:t>此頁可以省略，僅供參考如何件空白</a:t>
            </a:r>
            <a:r>
              <a:rPr lang="en-US" altLang="zh-TW" b="1">
                <a:solidFill>
                  <a:srgbClr val="FF0000"/>
                </a:solidFill>
              </a:rPr>
              <a:t>main.c</a:t>
            </a:r>
            <a:r>
              <a:rPr lang="zh-TW" altLang="en-US" b="1">
                <a:solidFill>
                  <a:srgbClr val="FF0000"/>
                </a:solidFill>
              </a:rPr>
              <a:t>檔</a:t>
            </a:r>
            <a:r>
              <a:rPr lang="zh-TW" altLang="en-US"/>
              <a:t>。</a:t>
            </a:r>
            <a:endParaRPr lang="en-US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編號版面配置區 3">
            <a:extLst>
              <a:ext uri="{FF2B5EF4-FFF2-40B4-BE49-F238E27FC236}">
                <a16:creationId xmlns:a16="http://schemas.microsoft.com/office/drawing/2014/main" id="{246339E5-085D-4B92-ACB8-6E2BC800B4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/>
              <a:t>林錫寬編  </a:t>
            </a:r>
            <a:fld id="{5475DED4-7097-41EA-93D0-7AB5BDF0E212}" type="slidenum">
              <a:rPr lang="zh-TW" altLang="en-US" smtClean="0"/>
              <a:pPr/>
              <a:t>2</a:t>
            </a:fld>
            <a:endParaRPr lang="zh-TW" altLang="en-US"/>
          </a:p>
        </p:txBody>
      </p:sp>
      <p:pic>
        <p:nvPicPr>
          <p:cNvPr id="17411" name="Picture 5">
            <a:extLst>
              <a:ext uri="{FF2B5EF4-FFF2-40B4-BE49-F238E27FC236}">
                <a16:creationId xmlns:a16="http://schemas.microsoft.com/office/drawing/2014/main" id="{1EC83E5E-D8D9-4F74-B27C-B2432A30B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"/>
            <a:ext cx="9144000" cy="612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2" name="Oval 3">
            <a:extLst>
              <a:ext uri="{FF2B5EF4-FFF2-40B4-BE49-F238E27FC236}">
                <a16:creationId xmlns:a16="http://schemas.microsoft.com/office/drawing/2014/main" id="{7586C2FD-0AE7-41E9-B102-57E35F3BF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9" y="2276476"/>
            <a:ext cx="865187" cy="360363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endParaRPr lang="zh-TW" altLang="en-US"/>
          </a:p>
        </p:txBody>
      </p:sp>
      <p:sp>
        <p:nvSpPr>
          <p:cNvPr id="17413" name="Oval 6">
            <a:extLst>
              <a:ext uri="{FF2B5EF4-FFF2-40B4-BE49-F238E27FC236}">
                <a16:creationId xmlns:a16="http://schemas.microsoft.com/office/drawing/2014/main" id="{C7C7491C-A579-4CBD-9BEB-5BABE319D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4940301"/>
            <a:ext cx="649287" cy="360363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endParaRPr lang="zh-TW" altLang="en-US"/>
          </a:p>
        </p:txBody>
      </p:sp>
      <p:sp>
        <p:nvSpPr>
          <p:cNvPr id="17414" name="Oval 7">
            <a:extLst>
              <a:ext uri="{FF2B5EF4-FFF2-40B4-BE49-F238E27FC236}">
                <a16:creationId xmlns:a16="http://schemas.microsoft.com/office/drawing/2014/main" id="{7502CB07-DF89-48B1-B044-4A8593064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226" y="5589588"/>
            <a:ext cx="792163" cy="431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endParaRPr lang="zh-TW" altLang="en-US"/>
          </a:p>
        </p:txBody>
      </p:sp>
      <p:sp>
        <p:nvSpPr>
          <p:cNvPr id="17415" name="Rectangle 3">
            <a:extLst>
              <a:ext uri="{FF2B5EF4-FFF2-40B4-BE49-F238E27FC236}">
                <a16:creationId xmlns:a16="http://schemas.microsoft.com/office/drawing/2014/main" id="{06F08A4A-5B9C-404E-8DEF-CE1DA5686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0063" y="69850"/>
            <a:ext cx="3205162" cy="6477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 defTabSz="44926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800100" indent="-342900" defTabSz="44926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257300" indent="-342900" defTabSz="44926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714500" indent="-342900" defTabSz="44926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71700" indent="-342900" defTabSz="449263"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628900" indent="-3429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86100" indent="-3429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43300" indent="-3429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4000500" indent="-3429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zh-TW" altLang="en-US" b="1">
                <a:solidFill>
                  <a:srgbClr val="FF0000"/>
                </a:solidFill>
              </a:rPr>
              <a:t>此頁可以省略，僅供參考如何件空白</a:t>
            </a:r>
            <a:r>
              <a:rPr lang="en-US" altLang="zh-TW" b="1">
                <a:solidFill>
                  <a:srgbClr val="FF0000"/>
                </a:solidFill>
              </a:rPr>
              <a:t>main.c</a:t>
            </a:r>
            <a:r>
              <a:rPr lang="zh-TW" altLang="en-US" b="1">
                <a:solidFill>
                  <a:srgbClr val="FF0000"/>
                </a:solidFill>
              </a:rPr>
              <a:t>檔</a:t>
            </a:r>
            <a:r>
              <a:rPr lang="zh-TW" altLang="en-US"/>
              <a:t>。</a:t>
            </a:r>
            <a:endParaRPr lang="en-US" altLang="zh-T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102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寬螢幕</PresentationFormat>
  <Paragraphs>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sklin</dc:creator>
  <cp:lastModifiedBy>sklin</cp:lastModifiedBy>
  <cp:revision>1</cp:revision>
  <dcterms:created xsi:type="dcterms:W3CDTF">2025-01-22T07:18:00Z</dcterms:created>
  <dcterms:modified xsi:type="dcterms:W3CDTF">2025-01-22T07:18:08Z</dcterms:modified>
</cp:coreProperties>
</file>