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29"/>
  </p:notesMasterIdLst>
  <p:handoutMasterIdLst>
    <p:handoutMasterId r:id="rId30"/>
  </p:handoutMasterIdLst>
  <p:sldIdLst>
    <p:sldId id="361" r:id="rId2"/>
    <p:sldId id="388" r:id="rId3"/>
    <p:sldId id="389" r:id="rId4"/>
    <p:sldId id="390" r:id="rId5"/>
    <p:sldId id="364" r:id="rId6"/>
    <p:sldId id="391" r:id="rId7"/>
    <p:sldId id="392" r:id="rId8"/>
    <p:sldId id="394" r:id="rId9"/>
    <p:sldId id="393" r:id="rId10"/>
    <p:sldId id="395" r:id="rId11"/>
    <p:sldId id="397" r:id="rId12"/>
    <p:sldId id="396" r:id="rId13"/>
    <p:sldId id="398" r:id="rId14"/>
    <p:sldId id="378" r:id="rId15"/>
    <p:sldId id="404" r:id="rId16"/>
    <p:sldId id="402" r:id="rId17"/>
    <p:sldId id="403" r:id="rId18"/>
    <p:sldId id="408" r:id="rId19"/>
    <p:sldId id="382" r:id="rId20"/>
    <p:sldId id="409" r:id="rId21"/>
    <p:sldId id="406" r:id="rId22"/>
    <p:sldId id="405" r:id="rId23"/>
    <p:sldId id="373" r:id="rId24"/>
    <p:sldId id="407" r:id="rId25"/>
    <p:sldId id="374" r:id="rId26"/>
    <p:sldId id="368" r:id="rId27"/>
    <p:sldId id="383" r:id="rId28"/>
  </p:sldIdLst>
  <p:sldSz cx="9144000" cy="6858000" type="screen4x3"/>
  <p:notesSz cx="6813550" cy="994568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6699"/>
    <a:srgbClr val="003300"/>
    <a:srgbClr val="FFCC99"/>
    <a:srgbClr val="006600"/>
    <a:srgbClr val="FF66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1" autoAdjust="0"/>
    <p:restoredTop sz="94463" autoAdjust="0"/>
  </p:normalViewPr>
  <p:slideViewPr>
    <p:cSldViewPr snapToGrid="0" snapToObjects="1">
      <p:cViewPr varScale="1">
        <p:scale>
          <a:sx n="101" d="100"/>
          <a:sy n="101" d="100"/>
        </p:scale>
        <p:origin x="28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45" d="100"/>
          <a:sy n="45" d="100"/>
        </p:scale>
        <p:origin x="-1380" y="-120"/>
      </p:cViewPr>
      <p:guideLst>
        <p:guide orient="horz" pos="3132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DFF5B8F-09CD-4EEC-A739-3665DBFC889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835" tIns="48418" rIns="96835" bIns="48418" numCol="1" anchor="t" anchorCtr="0" compatLnSpc="1">
            <a:prstTxWarp prst="textNoShape">
              <a:avLst/>
            </a:prstTxWarp>
          </a:bodyPr>
          <a:lstStyle>
            <a:lvl1pPr defTabSz="96837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C486985-1DD4-4EF2-A61F-2C54D1C3A1F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9213" y="0"/>
            <a:ext cx="29527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835" tIns="48418" rIns="96835" bIns="48418" numCol="1" anchor="t" anchorCtr="0" compatLnSpc="1">
            <a:prstTxWarp prst="textNoShape">
              <a:avLst/>
            </a:prstTxWarp>
          </a:bodyPr>
          <a:lstStyle>
            <a:lvl1pPr algn="r" defTabSz="96837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BA638225-71FF-4038-93BB-2E9A9516DC4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835" tIns="48418" rIns="96835" bIns="48418" numCol="1" anchor="b" anchorCtr="0" compatLnSpc="1">
            <a:prstTxWarp prst="textNoShape">
              <a:avLst/>
            </a:prstTxWarp>
          </a:bodyPr>
          <a:lstStyle>
            <a:lvl1pPr defTabSz="96837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570FCDB8-5769-4E29-B83E-95776CC0551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835" tIns="48418" rIns="96835" bIns="48418" numCol="1" anchor="b" anchorCtr="0" compatLnSpc="1">
            <a:prstTxWarp prst="textNoShape">
              <a:avLst/>
            </a:prstTxWarp>
          </a:bodyPr>
          <a:lstStyle>
            <a:lvl1pPr algn="r" defTabSz="96837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BE514F3-8F06-4E18-A60E-0CB4518C99C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B56DFEB-F19E-4EB4-9638-148C32996D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835" tIns="48418" rIns="96835" bIns="48418" numCol="1" anchor="t" anchorCtr="0" compatLnSpc="1">
            <a:prstTxWarp prst="textNoShape">
              <a:avLst/>
            </a:prstTxWarp>
          </a:bodyPr>
          <a:lstStyle>
            <a:lvl1pPr defTabSz="96837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5672067-F429-43B9-BFF5-31BB76602C0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9213" y="0"/>
            <a:ext cx="29527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835" tIns="48418" rIns="96835" bIns="48418" numCol="1" anchor="t" anchorCtr="0" compatLnSpc="1">
            <a:prstTxWarp prst="textNoShape">
              <a:avLst/>
            </a:prstTxWarp>
          </a:bodyPr>
          <a:lstStyle>
            <a:lvl1pPr algn="r" defTabSz="96837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73155AE-A751-42FE-9C70-24B50FF8E56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7713"/>
            <a:ext cx="4972050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7C84A1EB-EE33-4685-BBAC-BA0116328C0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1475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835" tIns="48418" rIns="96835" bIns="484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8CBE13B9-D0BF-4CF4-9B31-F3E53C33BB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835" tIns="48418" rIns="96835" bIns="48418" numCol="1" anchor="b" anchorCtr="0" compatLnSpc="1">
            <a:prstTxWarp prst="textNoShape">
              <a:avLst/>
            </a:prstTxWarp>
          </a:bodyPr>
          <a:lstStyle>
            <a:lvl1pPr defTabSz="96837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9BB67503-2927-47C5-9ADA-FDD08B877B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835" tIns="48418" rIns="96835" bIns="48418" numCol="1" anchor="b" anchorCtr="0" compatLnSpc="1">
            <a:prstTxWarp prst="textNoShape">
              <a:avLst/>
            </a:prstTxWarp>
          </a:bodyPr>
          <a:lstStyle>
            <a:lvl1pPr algn="r" defTabSz="96837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3DF4C3E-52C9-4F34-903F-7067FD1A987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投影片圖像版面配置區 1">
            <a:extLst>
              <a:ext uri="{FF2B5EF4-FFF2-40B4-BE49-F238E27FC236}">
                <a16:creationId xmlns:a16="http://schemas.microsoft.com/office/drawing/2014/main" id="{2A9ED273-D8C6-4BB9-877B-F4277170CA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備忘稿版面配置區 2">
            <a:extLst>
              <a:ext uri="{FF2B5EF4-FFF2-40B4-BE49-F238E27FC236}">
                <a16:creationId xmlns:a16="http://schemas.microsoft.com/office/drawing/2014/main" id="{DEF86ABF-1E06-4E00-8A45-67798680A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5124" name="投影片編號版面配置區 3">
            <a:extLst>
              <a:ext uri="{FF2B5EF4-FFF2-40B4-BE49-F238E27FC236}">
                <a16:creationId xmlns:a16="http://schemas.microsoft.com/office/drawing/2014/main" id="{0179A45F-EA41-4096-9861-972BB2EC4335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B5204AB-3714-47A3-9A0C-94EF41D61156}" type="slidenum">
              <a:rPr lang="en-US" altLang="zh-TW" sz="1300"/>
              <a:pPr algn="r" eaLnBrk="1" hangingPunct="1"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投影片圖像版面配置區 1">
            <a:extLst>
              <a:ext uri="{FF2B5EF4-FFF2-40B4-BE49-F238E27FC236}">
                <a16:creationId xmlns:a16="http://schemas.microsoft.com/office/drawing/2014/main" id="{B07CFE16-C18A-4D6E-A5C7-1BECC6F876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備忘稿版面配置區 2">
            <a:extLst>
              <a:ext uri="{FF2B5EF4-FFF2-40B4-BE49-F238E27FC236}">
                <a16:creationId xmlns:a16="http://schemas.microsoft.com/office/drawing/2014/main" id="{63D0571F-2F6B-42A6-B3EC-BA36850B7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10244" name="投影片編號版面配置區 3">
            <a:extLst>
              <a:ext uri="{FF2B5EF4-FFF2-40B4-BE49-F238E27FC236}">
                <a16:creationId xmlns:a16="http://schemas.microsoft.com/office/drawing/2014/main" id="{5E077F2A-CD62-4E2E-94A1-5929BCE7EA65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158B0AB-925F-49C2-A0B0-12031563BD8F}" type="slidenum">
              <a:rPr lang="en-US" altLang="zh-TW" sz="1300"/>
              <a:pPr algn="r" eaLnBrk="1" hangingPunct="1">
                <a:spcBef>
                  <a:spcPct val="0"/>
                </a:spcBef>
              </a:pPr>
              <a:t>5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6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8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62689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9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3454323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10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3354613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11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2057503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12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2855423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2343026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>
            <a:extLst>
              <a:ext uri="{FF2B5EF4-FFF2-40B4-BE49-F238E27FC236}">
                <a16:creationId xmlns:a16="http://schemas.microsoft.com/office/drawing/2014/main" id="{549410A4-CDDE-4B4E-ACE4-FC40EAFCA2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備忘稿版面配置區 2">
            <a:extLst>
              <a:ext uri="{FF2B5EF4-FFF2-40B4-BE49-F238E27FC236}">
                <a16:creationId xmlns:a16="http://schemas.microsoft.com/office/drawing/2014/main" id="{A4C514B0-2CB2-4E6F-9C60-EC34A342A7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28676" name="投影片編號版面配置區 3">
            <a:extLst>
              <a:ext uri="{FF2B5EF4-FFF2-40B4-BE49-F238E27FC236}">
                <a16:creationId xmlns:a16="http://schemas.microsoft.com/office/drawing/2014/main" id="{3D707662-A26B-43CD-8B84-DD43DCD9ABB7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61C4390-EF4B-4561-908D-7AE2A8232A8D}" type="slidenum">
              <a:rPr lang="en-US" altLang="zh-TW" sz="1300"/>
              <a:pPr algn="r" eaLnBrk="1" hangingPunct="1">
                <a:spcBef>
                  <a:spcPct val="0"/>
                </a:spcBef>
              </a:pPr>
              <a:t>14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15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840130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154592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17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1126736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18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24612303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投影片圖像版面配置區 1">
            <a:extLst>
              <a:ext uri="{FF2B5EF4-FFF2-40B4-BE49-F238E27FC236}">
                <a16:creationId xmlns:a16="http://schemas.microsoft.com/office/drawing/2014/main" id="{53A91F93-4D2F-4C78-AD0F-1BC00FC248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備忘稿版面配置區 2">
            <a:extLst>
              <a:ext uri="{FF2B5EF4-FFF2-40B4-BE49-F238E27FC236}">
                <a16:creationId xmlns:a16="http://schemas.microsoft.com/office/drawing/2014/main" id="{1EEC9F56-43A9-449C-9A8E-952B76437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32772" name="投影片編號版面配置區 3">
            <a:extLst>
              <a:ext uri="{FF2B5EF4-FFF2-40B4-BE49-F238E27FC236}">
                <a16:creationId xmlns:a16="http://schemas.microsoft.com/office/drawing/2014/main" id="{9E0457EB-F0B0-4FB4-A844-CDE7DEA3DDD5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6BF318B-F6BE-4749-BBAF-C5868CFE91AB}" type="slidenum">
              <a:rPr lang="en-US" altLang="zh-TW" sz="1300"/>
              <a:pPr algn="r" eaLnBrk="1" hangingPunct="1">
                <a:spcBef>
                  <a:spcPct val="0"/>
                </a:spcBef>
              </a:pPr>
              <a:t>19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20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2356837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21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10066137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22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23336554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投影片圖像版面配置區 1">
            <a:extLst>
              <a:ext uri="{FF2B5EF4-FFF2-40B4-BE49-F238E27FC236}">
                <a16:creationId xmlns:a16="http://schemas.microsoft.com/office/drawing/2014/main" id="{582FC3A2-FF39-4434-94F9-918134DB7D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備忘稿版面配置區 2">
            <a:extLst>
              <a:ext uri="{FF2B5EF4-FFF2-40B4-BE49-F238E27FC236}">
                <a16:creationId xmlns:a16="http://schemas.microsoft.com/office/drawing/2014/main" id="{C7DCCBDB-2A1A-4EA5-BF54-83FD9D7C7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36868" name="投影片編號版面配置區 3">
            <a:extLst>
              <a:ext uri="{FF2B5EF4-FFF2-40B4-BE49-F238E27FC236}">
                <a16:creationId xmlns:a16="http://schemas.microsoft.com/office/drawing/2014/main" id="{83440271-0FEF-4F2B-9641-F3888AA547B9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4FCA792-B46A-4E45-94FE-A2A516F0DF40}" type="slidenum">
              <a:rPr lang="en-US" altLang="zh-TW" sz="1300"/>
              <a:pPr algn="r" eaLnBrk="1" hangingPunct="1">
                <a:spcBef>
                  <a:spcPct val="0"/>
                </a:spcBef>
              </a:pPr>
              <a:t>23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A15D129F-8854-48F4-803B-63FE68C34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ECE5F012-A2B0-4AF6-B84D-7DBDA2C57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9E45DC64-640A-4322-B165-A84DCD2093CC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7850CBE-50B4-44CC-AF93-CB51A8FED048}" type="slidenum">
              <a:rPr lang="en-US" altLang="zh-TW" sz="1300"/>
              <a:pPr algn="r" eaLnBrk="1" hangingPunct="1">
                <a:spcBef>
                  <a:spcPct val="0"/>
                </a:spcBef>
              </a:pPr>
              <a:t>24</a:t>
            </a:fld>
            <a:endParaRPr lang="en-US" altLang="zh-TW" sz="1300"/>
          </a:p>
        </p:txBody>
      </p:sp>
    </p:spTree>
    <p:extLst>
      <p:ext uri="{BB962C8B-B14F-4D97-AF65-F5344CB8AC3E}">
        <p14:creationId xmlns:p14="http://schemas.microsoft.com/office/powerpoint/2010/main" val="1395923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投影片圖像版面配置區 1">
            <a:extLst>
              <a:ext uri="{FF2B5EF4-FFF2-40B4-BE49-F238E27FC236}">
                <a16:creationId xmlns:a16="http://schemas.microsoft.com/office/drawing/2014/main" id="{F5662594-A9F1-403C-8CC4-654C81F17A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備忘稿版面配置區 2">
            <a:extLst>
              <a:ext uri="{FF2B5EF4-FFF2-40B4-BE49-F238E27FC236}">
                <a16:creationId xmlns:a16="http://schemas.microsoft.com/office/drawing/2014/main" id="{D205C116-8144-4A7E-B722-E04F4DD02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38916" name="投影片編號版面配置區 3">
            <a:extLst>
              <a:ext uri="{FF2B5EF4-FFF2-40B4-BE49-F238E27FC236}">
                <a16:creationId xmlns:a16="http://schemas.microsoft.com/office/drawing/2014/main" id="{E522BDBD-3698-41D6-BC28-44D8CB951E3E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3E00FE8-A72B-4715-B24C-0D8168D0A08E}" type="slidenum">
              <a:rPr lang="en-US" altLang="zh-TW" sz="1300"/>
              <a:pPr algn="r" eaLnBrk="1" hangingPunct="1">
                <a:spcBef>
                  <a:spcPct val="0"/>
                </a:spcBef>
              </a:pPr>
              <a:t>25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投影片圖像版面配置區 1">
            <a:extLst>
              <a:ext uri="{FF2B5EF4-FFF2-40B4-BE49-F238E27FC236}">
                <a16:creationId xmlns:a16="http://schemas.microsoft.com/office/drawing/2014/main" id="{4CB14C8F-7586-4343-89F3-25C82CA75F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備忘稿版面配置區 2">
            <a:extLst>
              <a:ext uri="{FF2B5EF4-FFF2-40B4-BE49-F238E27FC236}">
                <a16:creationId xmlns:a16="http://schemas.microsoft.com/office/drawing/2014/main" id="{B148AA69-89D1-44C1-AAE7-0C434F8EE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40964" name="投影片編號版面配置區 3">
            <a:extLst>
              <a:ext uri="{FF2B5EF4-FFF2-40B4-BE49-F238E27FC236}">
                <a16:creationId xmlns:a16="http://schemas.microsoft.com/office/drawing/2014/main" id="{150DAF06-6A9F-4F09-B731-E0F9FB14D797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7A64B9F-D86B-42B2-8CDF-FE80C9F891BA}" type="slidenum">
              <a:rPr lang="en-US" altLang="zh-TW" sz="1300"/>
              <a:pPr algn="r" eaLnBrk="1" hangingPunct="1">
                <a:spcBef>
                  <a:spcPct val="0"/>
                </a:spcBef>
              </a:pPr>
              <a:t>26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投影片圖像版面配置區 1">
            <a:extLst>
              <a:ext uri="{FF2B5EF4-FFF2-40B4-BE49-F238E27FC236}">
                <a16:creationId xmlns:a16="http://schemas.microsoft.com/office/drawing/2014/main" id="{3B80E1B7-62CB-4581-8E58-56828E92E0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備忘稿版面配置區 2">
            <a:extLst>
              <a:ext uri="{FF2B5EF4-FFF2-40B4-BE49-F238E27FC236}">
                <a16:creationId xmlns:a16="http://schemas.microsoft.com/office/drawing/2014/main" id="{BEE89B68-6EA0-4DE9-BA00-66C07C0F5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  <p:sp>
        <p:nvSpPr>
          <p:cNvPr id="43012" name="投影片編號版面配置區 3">
            <a:extLst>
              <a:ext uri="{FF2B5EF4-FFF2-40B4-BE49-F238E27FC236}">
                <a16:creationId xmlns:a16="http://schemas.microsoft.com/office/drawing/2014/main" id="{32604275-527B-464A-9E37-8BB6A34D37EF}"/>
              </a:ext>
            </a:extLst>
          </p:cNvPr>
          <p:cNvSpPr txBox="1">
            <a:spLocks noGrp="1"/>
          </p:cNvSpPr>
          <p:nvPr/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35" tIns="48418" rIns="96835" bIns="48418" anchor="b"/>
          <a:lstStyle>
            <a:lvl1pPr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4538" indent="-28575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4588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33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60575" indent="-228600" defTabSz="9683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77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49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321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9375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7270004-C81C-49ED-848F-23AB95B2AF34}" type="slidenum">
              <a:rPr lang="en-US" altLang="zh-TW" sz="1300"/>
              <a:pPr algn="r" eaLnBrk="1" hangingPunct="1">
                <a:spcBef>
                  <a:spcPct val="0"/>
                </a:spcBef>
              </a:pPr>
              <a:t>27</a:t>
            </a:fld>
            <a:endParaRPr lang="en-US" altLang="zh-TW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E5FF34D-4A0E-4C6C-8CA1-DC0D4EE4D4C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839523D2-0DB7-46D4-8E2E-C858029271A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882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7A7C44D-C154-4022-8B4C-C6F806D0FF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09FCA7D1-6AA4-40EA-8E2C-8C6188B9507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247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8515EC-E250-4903-BE25-CC890FEC1C9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5B003ABB-8F3A-4EFE-A9DA-597B4C462F7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4308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04158A-C116-4C1A-8E23-A09BEEB51E5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00FA49A6-841A-4749-8814-1D1D95CA49E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18703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48E9750-4127-4773-BB50-37EBEDD9D0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9A573ADB-88D0-4D6D-AAEF-BDDAA29E12F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720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BA17890-BEBC-4DF3-BF3E-36AE392811A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BEA4B29E-B7C8-42DF-9E75-D585B7CBFDB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28739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94CACB1-CF13-4E90-96E2-F0C561EE64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953D0CCF-6918-4153-BBAD-08E438DF349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683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2E6F9D5-2270-4484-B3BD-20922457792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18BC4E3C-BCCA-43EA-AEA7-C002EB466F3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157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D686271-195E-4037-9BF2-F70E32523D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11242944-7C45-4DFC-AAA4-49ED747E7D8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9616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87F644C-FF87-49FF-954E-680A05D036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A1ACDCF2-4F62-418C-8A08-DE9E0D4F985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794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6">
            <a:extLst>
              <a:ext uri="{FF2B5EF4-FFF2-40B4-BE49-F238E27FC236}">
                <a16:creationId xmlns:a16="http://schemas.microsoft.com/office/drawing/2014/main" id="{F423DE0E-F251-4AC6-9C0F-934AFF4FCFD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31100" y="6559550"/>
            <a:ext cx="1612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solidFill>
                  <a:srgbClr val="0066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TW" altLang="en-US"/>
              <a:t>林錫寬 </a:t>
            </a:r>
            <a:r>
              <a:rPr lang="en-US" altLang="zh-TW"/>
              <a:t>FPEC-</a:t>
            </a:r>
            <a:fld id="{82F7F1B6-3C00-4956-8A9B-9AFE0659EC3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anose="05020102010507070707" pitchFamily="18" charset="2"/>
        <a:buChar char="¡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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Char char="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itchFamily="18" charset="2"/>
        <a:buChar char="¡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581837D1-FE65-4794-B0BE-4720A0E4DF9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9FBAE620-C0C7-4A6C-9D4B-7053859D1CE4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4099" name="Rectangle 10">
            <a:extLst>
              <a:ext uri="{FF2B5EF4-FFF2-40B4-BE49-F238E27FC236}">
                <a16:creationId xmlns:a16="http://schemas.microsoft.com/office/drawing/2014/main" id="{02BD9905-3B0D-4E17-A4B7-9B6F1FE27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738" y="482600"/>
            <a:ext cx="5011737" cy="216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0" lang="en-US" altLang="zh-TW" sz="8800" dirty="0">
                <a:solidFill>
                  <a:srgbClr val="0000FF"/>
                </a:solidFill>
              </a:rPr>
              <a:t>Practice </a:t>
            </a:r>
          </a:p>
          <a:p>
            <a:pPr algn="ctr" eaLnBrk="1" hangingPunct="1"/>
            <a:r>
              <a:rPr kumimoji="0" lang="en-US" altLang="zh-TW" sz="4800" dirty="0"/>
              <a:t>Flash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圖片 2">
            <a:extLst>
              <a:ext uri="{FF2B5EF4-FFF2-40B4-BE49-F238E27FC236}">
                <a16:creationId xmlns:a16="http://schemas.microsoft.com/office/drawing/2014/main" id="{2D035273-4AFD-4D40-A5EC-EF7BFE59D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29613" cy="664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投影片編號版面配置區 1">
            <a:extLst>
              <a:ext uri="{FF2B5EF4-FFF2-40B4-BE49-F238E27FC236}">
                <a16:creationId xmlns:a16="http://schemas.microsoft.com/office/drawing/2014/main" id="{CE86FB53-55F1-400B-ABC3-3550A180A3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0E27163C-F384-47E9-9F46-4193AC0BF2BE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2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6148" name="圖片 3">
            <a:extLst>
              <a:ext uri="{FF2B5EF4-FFF2-40B4-BE49-F238E27FC236}">
                <a16:creationId xmlns:a16="http://schemas.microsoft.com/office/drawing/2014/main" id="{AA8B895F-2DBA-4B00-8C9A-197344C37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350" y="1370013"/>
            <a:ext cx="2554288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圖片 4">
            <a:extLst>
              <a:ext uri="{FF2B5EF4-FFF2-40B4-BE49-F238E27FC236}">
                <a16:creationId xmlns:a16="http://schemas.microsoft.com/office/drawing/2014/main" id="{676B7731-8697-47D2-A7C6-9471D8007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80363" cy="662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投影片編號版面配置區 1">
            <a:extLst>
              <a:ext uri="{FF2B5EF4-FFF2-40B4-BE49-F238E27FC236}">
                <a16:creationId xmlns:a16="http://schemas.microsoft.com/office/drawing/2014/main" id="{9F3161BC-19A0-412D-93AB-162DB3B807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09F48463-CDB1-45AD-A282-D31C4D92E277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3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7172" name="圖片 3">
            <a:extLst>
              <a:ext uri="{FF2B5EF4-FFF2-40B4-BE49-F238E27FC236}">
                <a16:creationId xmlns:a16="http://schemas.microsoft.com/office/drawing/2014/main" id="{4E7E220A-6FCD-4E01-B7A6-F9A1E312F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825" y="1944688"/>
            <a:ext cx="6099175" cy="430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圖片 4">
            <a:extLst>
              <a:ext uri="{FF2B5EF4-FFF2-40B4-BE49-F238E27FC236}">
                <a16:creationId xmlns:a16="http://schemas.microsoft.com/office/drawing/2014/main" id="{0BBDE2D6-8AB4-4728-B081-35046C78B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66050" cy="569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投影片編號版面配置區 1">
            <a:extLst>
              <a:ext uri="{FF2B5EF4-FFF2-40B4-BE49-F238E27FC236}">
                <a16:creationId xmlns:a16="http://schemas.microsoft.com/office/drawing/2014/main" id="{4B9FAB1D-1601-4D65-8AEC-F0BA351BD8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407460E0-9A08-41FF-BB35-98F30F21443F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4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8196" name="Oval 7">
            <a:extLst>
              <a:ext uri="{FF2B5EF4-FFF2-40B4-BE49-F238E27FC236}">
                <a16:creationId xmlns:a16="http://schemas.microsoft.com/office/drawing/2014/main" id="{A80B89BD-25FA-424B-9457-F00FB1246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7513"/>
            <a:ext cx="392113" cy="409575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pic>
        <p:nvPicPr>
          <p:cNvPr id="8197" name="圖片 6">
            <a:extLst>
              <a:ext uri="{FF2B5EF4-FFF2-40B4-BE49-F238E27FC236}">
                <a16:creationId xmlns:a16="http://schemas.microsoft.com/office/drawing/2014/main" id="{CD6D8A04-E2FB-4A5E-A992-E518ABAC9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963" y="3538538"/>
            <a:ext cx="5803900" cy="325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198" name="直線單箭頭接點 8">
            <a:extLst>
              <a:ext uri="{FF2B5EF4-FFF2-40B4-BE49-F238E27FC236}">
                <a16:creationId xmlns:a16="http://schemas.microsoft.com/office/drawing/2014/main" id="{CAD5B892-26D5-4F3C-BA0E-A20D612BE7CF}"/>
              </a:ext>
            </a:extLst>
          </p:cNvPr>
          <p:cNvCxnSpPr>
            <a:cxnSpLocks/>
            <a:endCxn id="8200" idx="0"/>
          </p:cNvCxnSpPr>
          <p:nvPr/>
        </p:nvCxnSpPr>
        <p:spPr bwMode="auto">
          <a:xfrm>
            <a:off x="5815013" y="2974975"/>
            <a:ext cx="568325" cy="185737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9" name="Oval 7">
            <a:extLst>
              <a:ext uri="{FF2B5EF4-FFF2-40B4-BE49-F238E27FC236}">
                <a16:creationId xmlns:a16="http://schemas.microsoft.com/office/drawing/2014/main" id="{DB55C035-360F-4D5D-88CF-D96FEF710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163" y="2565400"/>
            <a:ext cx="392112" cy="40957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8200" name="Oval 7">
            <a:extLst>
              <a:ext uri="{FF2B5EF4-FFF2-40B4-BE49-F238E27FC236}">
                <a16:creationId xmlns:a16="http://schemas.microsoft.com/office/drawing/2014/main" id="{02DBBE1C-C906-4C3C-A73F-149BC2739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4832350"/>
            <a:ext cx="392112" cy="40957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cxnSp>
        <p:nvCxnSpPr>
          <p:cNvPr id="8201" name="直線單箭頭接點 14">
            <a:extLst>
              <a:ext uri="{FF2B5EF4-FFF2-40B4-BE49-F238E27FC236}">
                <a16:creationId xmlns:a16="http://schemas.microsoft.com/office/drawing/2014/main" id="{67538A63-031C-4C51-BFC7-D17E905399F0}"/>
              </a:ext>
            </a:extLst>
          </p:cNvPr>
          <p:cNvCxnSpPr>
            <a:cxnSpLocks/>
          </p:cNvCxnSpPr>
          <p:nvPr/>
        </p:nvCxnSpPr>
        <p:spPr bwMode="auto">
          <a:xfrm flipH="1">
            <a:off x="4572000" y="5057775"/>
            <a:ext cx="1395413" cy="12049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圖片 3">
            <a:extLst>
              <a:ext uri="{FF2B5EF4-FFF2-40B4-BE49-F238E27FC236}">
                <a16:creationId xmlns:a16="http://schemas.microsoft.com/office/drawing/2014/main" id="{3CD6CE30-A971-4A89-8D51-8851FE7F3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" y="584200"/>
            <a:ext cx="7766050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6">
            <a:extLst>
              <a:ext uri="{FF2B5EF4-FFF2-40B4-BE49-F238E27FC236}">
                <a16:creationId xmlns:a16="http://schemas.microsoft.com/office/drawing/2014/main" id="{3E6446DB-8EB4-4BC4-9BBC-6E3A64A65A3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7EFECD15-711B-4040-A74E-703B34405921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5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Oval 13">
            <a:extLst>
              <a:ext uri="{FF2B5EF4-FFF2-40B4-BE49-F238E27FC236}">
                <a16:creationId xmlns:a16="http://schemas.microsoft.com/office/drawing/2014/main" id="{074870C3-FBDC-44DE-9233-75F11D3D9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1012825"/>
            <a:ext cx="392112" cy="409575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221" name="Oval 14">
            <a:extLst>
              <a:ext uri="{FF2B5EF4-FFF2-40B4-BE49-F238E27FC236}">
                <a16:creationId xmlns:a16="http://schemas.microsoft.com/office/drawing/2014/main" id="{22BB3E31-7D1D-446C-90DA-06FF78AA5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613" y="1012825"/>
            <a:ext cx="392112" cy="409575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222" name="矩形 1">
            <a:extLst>
              <a:ext uri="{FF2B5EF4-FFF2-40B4-BE49-F238E27FC236}">
                <a16:creationId xmlns:a16="http://schemas.microsoft.com/office/drawing/2014/main" id="{0D0E9D22-B28C-4574-8EDE-48BD9B41C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38113"/>
            <a:ext cx="3605213" cy="368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/>
              <a:t>p_bmp Flash_Sector6 = 0x08040000</a:t>
            </a:r>
            <a:endParaRPr lang="zh-TW" altLang="en-US"/>
          </a:p>
        </p:txBody>
      </p:sp>
      <p:pic>
        <p:nvPicPr>
          <p:cNvPr id="9223" name="圖片 2">
            <a:extLst>
              <a:ext uri="{FF2B5EF4-FFF2-40B4-BE49-F238E27FC236}">
                <a16:creationId xmlns:a16="http://schemas.microsoft.com/office/drawing/2014/main" id="{E9F03C9C-BDDC-4C0A-B92D-0C38598AA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063" y="2563813"/>
            <a:ext cx="4135437" cy="190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4" name="Oval 7">
            <a:extLst>
              <a:ext uri="{FF2B5EF4-FFF2-40B4-BE49-F238E27FC236}">
                <a16:creationId xmlns:a16="http://schemas.microsoft.com/office/drawing/2014/main" id="{62D3357C-27A7-41EA-8747-A4F47B279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513" y="2674938"/>
            <a:ext cx="1198562" cy="21748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225" name="Oval 7">
            <a:extLst>
              <a:ext uri="{FF2B5EF4-FFF2-40B4-BE49-F238E27FC236}">
                <a16:creationId xmlns:a16="http://schemas.microsoft.com/office/drawing/2014/main" id="{C85119F6-2FFC-4C3E-A6D0-E12E45896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888" y="2892425"/>
            <a:ext cx="874712" cy="2603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6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Text Box 9">
            <a:extLst>
              <a:ext uri="{FF2B5EF4-FFF2-40B4-BE49-F238E27FC236}">
                <a16:creationId xmlns:a16="http://schemas.microsoft.com/office/drawing/2014/main" id="{2B11573C-3FBF-4ECB-990D-AE5FA02A2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165100"/>
            <a:ext cx="755173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/>
              <a:t>Create a new folder “</a:t>
            </a:r>
            <a:r>
              <a:rPr lang="en-US" altLang="zh-TW" dirty="0" err="1">
                <a:solidFill>
                  <a:srgbClr val="FF0000"/>
                </a:solidFill>
              </a:rPr>
              <a:t>FlashProg</a:t>
            </a:r>
            <a:r>
              <a:rPr lang="en-US" altLang="zh-TW" dirty="0"/>
              <a:t>” that has the copies of the folders: </a:t>
            </a:r>
            <a:r>
              <a:rPr lang="en-US" altLang="zh-TW" dirty="0">
                <a:solidFill>
                  <a:srgbClr val="FF0000"/>
                </a:solidFill>
              </a:rPr>
              <a:t>GLCD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</a:rPr>
              <a:t>source</a:t>
            </a:r>
            <a:r>
              <a:rPr lang="en-US" altLang="zh-TW" dirty="0"/>
              <a:t> from Folder “NEW_sample2”, and </a:t>
            </a:r>
            <a:r>
              <a:rPr lang="en-US" altLang="zh-TW" dirty="0" err="1">
                <a:solidFill>
                  <a:srgbClr val="FF0000"/>
                </a:solidFill>
              </a:rPr>
              <a:t>User_common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from Folder PARADIGM.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6DA20F7-DB53-448E-A864-2E781D6FC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05" y="1595181"/>
            <a:ext cx="7449590" cy="3667637"/>
          </a:xfrm>
          <a:prstGeom prst="rect">
            <a:avLst/>
          </a:prstGeom>
        </p:spPr>
      </p:pic>
      <p:sp>
        <p:nvSpPr>
          <p:cNvPr id="6149" name="Oval 11">
            <a:extLst>
              <a:ext uri="{FF2B5EF4-FFF2-40B4-BE49-F238E27FC236}">
                <a16:creationId xmlns:a16="http://schemas.microsoft.com/office/drawing/2014/main" id="{5336A871-065C-4B18-BFA7-3B042720C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24" y="3819525"/>
            <a:ext cx="1349375" cy="276225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投影片編號版面配置區 1">
            <a:extLst>
              <a:ext uri="{FF2B5EF4-FFF2-40B4-BE49-F238E27FC236}">
                <a16:creationId xmlns:a16="http://schemas.microsoft.com/office/drawing/2014/main" id="{E54C5207-3603-43BF-9B67-4FFC620E5A2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E811F6FD-7286-472C-8BEC-3FD807123957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7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9B723D5-5F0E-4993-83A8-06CC54C41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695"/>
            <a:ext cx="9144000" cy="6476610"/>
          </a:xfrm>
          <a:prstGeom prst="rect">
            <a:avLst/>
          </a:prstGeom>
        </p:spPr>
      </p:pic>
      <p:sp>
        <p:nvSpPr>
          <p:cNvPr id="18436" name="Oval 13">
            <a:extLst>
              <a:ext uri="{FF2B5EF4-FFF2-40B4-BE49-F238E27FC236}">
                <a16:creationId xmlns:a16="http://schemas.microsoft.com/office/drawing/2014/main" id="{81091F61-DD51-4DF4-898F-32B517126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2368550"/>
            <a:ext cx="1246187" cy="3746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F5B4AD89-5E33-4DF9-878A-344316597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813" y="1225550"/>
            <a:ext cx="1655762" cy="2984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2C1B9437-5D18-4490-ABB2-7F0230386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454275"/>
            <a:ext cx="409575" cy="3746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3E92854C-76CE-441E-A17B-A609057BD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9" y="3441700"/>
            <a:ext cx="409575" cy="3746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9DA56194-BC70-46D2-A561-B7739690D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7594" y="2365375"/>
            <a:ext cx="2767012" cy="116955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1400" dirty="0"/>
              <a:t>To use </a:t>
            </a:r>
          </a:p>
          <a:p>
            <a:pPr eaLnBrk="1" hangingPunct="1"/>
            <a:r>
              <a:rPr lang="en-US" altLang="zh-TW" sz="1400" dirty="0"/>
              <a:t>void </a:t>
            </a:r>
            <a:r>
              <a:rPr lang="en-US" altLang="zh-TW" sz="1400" dirty="0" err="1">
                <a:solidFill>
                  <a:srgbClr val="FF0000"/>
                </a:solidFill>
              </a:rPr>
              <a:t>delay_ms</a:t>
            </a:r>
            <a:r>
              <a:rPr lang="en-US" altLang="zh-TW" sz="1400" dirty="0"/>
              <a:t>(uint32_t </a:t>
            </a:r>
            <a:r>
              <a:rPr lang="en-US" altLang="zh-TW" sz="1400" dirty="0" err="1"/>
              <a:t>wait_ms</a:t>
            </a:r>
            <a:r>
              <a:rPr lang="en-US" altLang="zh-TW" sz="1400" dirty="0"/>
              <a:t>) in file </a:t>
            </a:r>
            <a:r>
              <a:rPr lang="en-US" altLang="zh-TW" sz="1400" dirty="0" err="1"/>
              <a:t>user_defined.c</a:t>
            </a:r>
            <a:r>
              <a:rPr lang="en-US" altLang="zh-TW" sz="1400" dirty="0"/>
              <a:t>,</a:t>
            </a:r>
          </a:p>
          <a:p>
            <a:pPr eaLnBrk="1" hangingPunct="1"/>
            <a:r>
              <a:rPr lang="en-US" altLang="zh-TW" sz="1400" dirty="0"/>
              <a:t>We should also check </a:t>
            </a:r>
          </a:p>
          <a:p>
            <a:pPr eaLnBrk="1" hangingPunct="1"/>
            <a:r>
              <a:rPr lang="en-US" altLang="zh-TW" sz="1400" dirty="0">
                <a:solidFill>
                  <a:srgbClr val="FF0000"/>
                </a:solidFill>
              </a:rPr>
              <a:t>System Timer interrupt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606BB005-4D9D-4D15-B3C4-B8A0E6D708A4}"/>
              </a:ext>
            </a:extLst>
          </p:cNvPr>
          <p:cNvCxnSpPr>
            <a:stCxn id="12" idx="6"/>
          </p:cNvCxnSpPr>
          <p:nvPr/>
        </p:nvCxnSpPr>
        <p:spPr bwMode="auto">
          <a:xfrm flipV="1">
            <a:off x="4981575" y="2365375"/>
            <a:ext cx="1166019" cy="2762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63220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8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F068518-BB33-40DF-9E3D-9F369B365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695"/>
            <a:ext cx="9144000" cy="6476610"/>
          </a:xfrm>
          <a:prstGeom prst="rect">
            <a:avLst/>
          </a:prstGeom>
        </p:spPr>
      </p:pic>
      <p:sp>
        <p:nvSpPr>
          <p:cNvPr id="4" name="Oval 13">
            <a:extLst>
              <a:ext uri="{FF2B5EF4-FFF2-40B4-BE49-F238E27FC236}">
                <a16:creationId xmlns:a16="http://schemas.microsoft.com/office/drawing/2014/main" id="{6A4F54F9-21E8-476F-BE3E-06EB85C47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2368550"/>
            <a:ext cx="1246187" cy="1841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90303AE0-4C64-4711-AA90-6F81A254B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839" y="1235075"/>
            <a:ext cx="1027112" cy="2603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6" name="Oval 13">
            <a:extLst>
              <a:ext uri="{FF2B5EF4-FFF2-40B4-BE49-F238E27FC236}">
                <a16:creationId xmlns:a16="http://schemas.microsoft.com/office/drawing/2014/main" id="{2A2E00CF-424F-4509-9356-55EB631CC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4378325"/>
            <a:ext cx="3513137" cy="1841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BE27FAB-0AA9-4D91-899A-BB6E3DF93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777" y="1760410"/>
            <a:ext cx="2657846" cy="3229426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5890CED7-7218-4E45-8895-393C6561CCDF}"/>
              </a:ext>
            </a:extLst>
          </p:cNvPr>
          <p:cNvCxnSpPr/>
          <p:nvPr/>
        </p:nvCxnSpPr>
        <p:spPr bwMode="auto">
          <a:xfrm flipV="1">
            <a:off x="4572000" y="1876425"/>
            <a:ext cx="1604777" cy="9620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00760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9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6E63F4A-3CD9-4054-92AA-AC87EFD4D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34" y="94937"/>
            <a:ext cx="5963482" cy="4477375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B4A00A0C-492A-4E51-B30A-8D081562B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322" y="3274865"/>
            <a:ext cx="4779678" cy="3261643"/>
          </a:xfrm>
          <a:prstGeom prst="rect">
            <a:avLst/>
          </a:prstGeom>
        </p:spPr>
      </p:pic>
      <p:sp>
        <p:nvSpPr>
          <p:cNvPr id="9" name="Oval 13">
            <a:extLst>
              <a:ext uri="{FF2B5EF4-FFF2-40B4-BE49-F238E27FC236}">
                <a16:creationId xmlns:a16="http://schemas.microsoft.com/office/drawing/2014/main" id="{635F9291-6330-403F-B581-06B22286B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814" y="425450"/>
            <a:ext cx="817562" cy="215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83B932FC-A508-437E-9FF9-27997A6C8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763" y="2901949"/>
            <a:ext cx="2293937" cy="37291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053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10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ED92039-C8FE-4879-A05B-D6FA67FB4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247" y="0"/>
            <a:ext cx="5673505" cy="6858000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48658426-B4F1-4F11-B000-E238BC00E53F}"/>
              </a:ext>
            </a:extLst>
          </p:cNvPr>
          <p:cNvSpPr/>
          <p:nvPr/>
        </p:nvSpPr>
        <p:spPr bwMode="auto">
          <a:xfrm>
            <a:off x="2352675" y="5143500"/>
            <a:ext cx="1362075" cy="17145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64D1F2C-10D4-4DF8-84ED-AA5482B6ECA0}"/>
              </a:ext>
            </a:extLst>
          </p:cNvPr>
          <p:cNvSpPr/>
          <p:nvPr/>
        </p:nvSpPr>
        <p:spPr bwMode="auto">
          <a:xfrm>
            <a:off x="2209800" y="5467350"/>
            <a:ext cx="1362075" cy="17145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5371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11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C9A1FC-E4F3-49E8-8638-5199C45796DF}"/>
              </a:ext>
            </a:extLst>
          </p:cNvPr>
          <p:cNvSpPr/>
          <p:nvPr/>
        </p:nvSpPr>
        <p:spPr>
          <a:xfrm>
            <a:off x="1447799" y="840671"/>
            <a:ext cx="6581775" cy="289310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400" dirty="0"/>
              <a:t>//&gt;&gt;&gt;&gt;&gt;--------------------------------------------</a:t>
            </a:r>
          </a:p>
          <a:p>
            <a:r>
              <a:rPr lang="en-US" altLang="zh-TW" sz="1400" dirty="0"/>
              <a:t>#include "</a:t>
            </a:r>
            <a:r>
              <a:rPr lang="en-US" altLang="zh-TW" sz="1400" dirty="0" err="1"/>
              <a:t>user_defined.h</a:t>
            </a:r>
            <a:r>
              <a:rPr lang="en-US" altLang="zh-TW" sz="1400" dirty="0"/>
              <a:t>"</a:t>
            </a:r>
          </a:p>
          <a:p>
            <a:r>
              <a:rPr lang="en-US" altLang="zh-TW" sz="1400" dirty="0"/>
              <a:t>#define Flash_Sector4 0x08010000	// 64 </a:t>
            </a:r>
            <a:r>
              <a:rPr lang="en-US" altLang="zh-TW" sz="1400" dirty="0" err="1"/>
              <a:t>KBytes</a:t>
            </a:r>
            <a:endParaRPr lang="en-US" altLang="zh-TW" sz="1400" dirty="0"/>
          </a:p>
          <a:p>
            <a:r>
              <a:rPr lang="en-US" altLang="zh-TW" sz="1400" dirty="0"/>
              <a:t>#define Flash_Sector5 0x08020000	// 128 </a:t>
            </a:r>
            <a:r>
              <a:rPr lang="en-US" altLang="zh-TW" sz="1400" dirty="0" err="1"/>
              <a:t>KBytes</a:t>
            </a:r>
            <a:endParaRPr lang="en-US" altLang="zh-TW" sz="1400" dirty="0"/>
          </a:p>
          <a:p>
            <a:r>
              <a:rPr lang="en-US" altLang="zh-TW" sz="1400" dirty="0"/>
              <a:t>#define Flash_Sector6 0x08040000	// 128 </a:t>
            </a:r>
            <a:r>
              <a:rPr lang="en-US" altLang="zh-TW" sz="1400" dirty="0" err="1"/>
              <a:t>KBytes</a:t>
            </a:r>
            <a:endParaRPr lang="en-US" altLang="zh-TW" sz="1400" dirty="0"/>
          </a:p>
          <a:p>
            <a:r>
              <a:rPr lang="en-US" altLang="zh-TW" sz="1400" dirty="0"/>
              <a:t>#define Flash_Sector7 0x08060000	// 128 </a:t>
            </a:r>
            <a:r>
              <a:rPr lang="en-US" altLang="zh-TW" sz="1400" dirty="0" err="1"/>
              <a:t>KBytes</a:t>
            </a:r>
            <a:endParaRPr lang="en-US" altLang="zh-TW" sz="1400" dirty="0"/>
          </a:p>
          <a:p>
            <a:r>
              <a:rPr lang="en-US" altLang="zh-TW" sz="1400" dirty="0"/>
              <a:t>#define </a:t>
            </a:r>
            <a:r>
              <a:rPr lang="en-US" altLang="zh-TW" sz="1400" dirty="0" err="1"/>
              <a:t>p_bmp</a:t>
            </a:r>
            <a:r>
              <a:rPr lang="en-US" altLang="zh-TW" sz="1400" dirty="0"/>
              <a:t>         Flash_Sector6	// 0x08040000</a:t>
            </a:r>
          </a:p>
          <a:p>
            <a:r>
              <a:rPr lang="en-US" altLang="zh-TW" sz="1400" dirty="0"/>
              <a:t>#define </a:t>
            </a:r>
            <a:r>
              <a:rPr lang="en-US" altLang="zh-TW" sz="1400" dirty="0" err="1"/>
              <a:t>p_StAdd</a:t>
            </a:r>
            <a:r>
              <a:rPr lang="en-US" altLang="zh-TW" sz="1400" dirty="0"/>
              <a:t>      Flash_Sector4     // 0x08010000</a:t>
            </a:r>
          </a:p>
          <a:p>
            <a:endParaRPr lang="en-US" altLang="zh-TW" sz="1400" dirty="0"/>
          </a:p>
          <a:p>
            <a:r>
              <a:rPr lang="en-US" altLang="zh-TW" sz="1400" dirty="0"/>
              <a:t>uint32_t </a:t>
            </a:r>
            <a:r>
              <a:rPr lang="en-US" altLang="zh-TW" sz="1400" dirty="0" err="1"/>
              <a:t>BMP_check_show</a:t>
            </a:r>
            <a:r>
              <a:rPr lang="en-US" altLang="zh-TW" sz="1400" dirty="0"/>
              <a:t>(uint16_t </a:t>
            </a:r>
            <a:r>
              <a:rPr lang="en-US" altLang="zh-TW" sz="1400" dirty="0" err="1"/>
              <a:t>x_pixel</a:t>
            </a:r>
            <a:r>
              <a:rPr lang="en-US" altLang="zh-TW" sz="1400" dirty="0"/>
              <a:t>, uint16_t </a:t>
            </a:r>
            <a:r>
              <a:rPr lang="en-US" altLang="zh-TW" sz="1400" dirty="0" err="1"/>
              <a:t>y_pixel</a:t>
            </a:r>
            <a:r>
              <a:rPr lang="en-US" altLang="zh-TW" sz="1400" dirty="0"/>
              <a:t>, uint8_t *</a:t>
            </a:r>
            <a:r>
              <a:rPr lang="en-US" altLang="zh-TW" sz="1400" dirty="0" err="1"/>
              <a:t>p_BmpAdd</a:t>
            </a:r>
            <a:r>
              <a:rPr lang="en-US" altLang="zh-TW" sz="1400" dirty="0"/>
              <a:t>);</a:t>
            </a:r>
          </a:p>
          <a:p>
            <a:r>
              <a:rPr lang="en-US" altLang="zh-TW" sz="1400" dirty="0">
                <a:solidFill>
                  <a:srgbClr val="FF0000"/>
                </a:solidFill>
              </a:rPr>
              <a:t>?	// in </a:t>
            </a:r>
            <a:r>
              <a:rPr lang="en-US" altLang="zh-TW" sz="1400" dirty="0" err="1">
                <a:solidFill>
                  <a:srgbClr val="FF0000"/>
                </a:solidFill>
              </a:rPr>
              <a:t>user_defined.h</a:t>
            </a:r>
            <a:endParaRPr lang="en-US" altLang="zh-TW" sz="1400" dirty="0">
              <a:solidFill>
                <a:srgbClr val="FF0000"/>
              </a:solidFill>
            </a:endParaRPr>
          </a:p>
          <a:p>
            <a:r>
              <a:rPr lang="en-US" altLang="zh-TW" sz="1400" dirty="0">
                <a:solidFill>
                  <a:srgbClr val="FF0000"/>
                </a:solidFill>
              </a:rPr>
              <a:t>?                   // in </a:t>
            </a:r>
            <a:r>
              <a:rPr lang="en-US" altLang="zh-TW" sz="1400" dirty="0" err="1">
                <a:solidFill>
                  <a:srgbClr val="FF0000"/>
                </a:solidFill>
              </a:rPr>
              <a:t>main.c</a:t>
            </a:r>
            <a:r>
              <a:rPr lang="en-US" altLang="zh-TW" sz="1400" dirty="0">
                <a:solidFill>
                  <a:srgbClr val="FF0000"/>
                </a:solidFill>
              </a:rPr>
              <a:t> of project PARADIGM</a:t>
            </a:r>
          </a:p>
          <a:p>
            <a:r>
              <a:rPr lang="en-US" altLang="zh-TW" sz="1400" dirty="0"/>
              <a:t>//&lt;&lt;&lt;&lt;&lt;-----------------------------------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291613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12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33823AB-1B4A-4809-AF74-FC634CA41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27" y="741864"/>
            <a:ext cx="6917946" cy="537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3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13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E58DF0-4D32-4041-9A20-AC2AA3C6ED8E}"/>
              </a:ext>
            </a:extLst>
          </p:cNvPr>
          <p:cNvSpPr/>
          <p:nvPr/>
        </p:nvSpPr>
        <p:spPr>
          <a:xfrm>
            <a:off x="619126" y="1182975"/>
            <a:ext cx="8220074" cy="526297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400" dirty="0"/>
              <a:t> #define </a:t>
            </a:r>
            <a:r>
              <a:rPr lang="en-US" altLang="zh-TW" sz="1400" dirty="0" err="1"/>
              <a:t>PSIZE_word</a:t>
            </a:r>
            <a:r>
              <a:rPr lang="en-US" altLang="zh-TW" sz="1400" dirty="0"/>
              <a:t>	?  // 0: 1B, 1: 2B, 2: 4B</a:t>
            </a:r>
          </a:p>
          <a:p>
            <a:r>
              <a:rPr lang="en-US" altLang="zh-TW" sz="1400" dirty="0"/>
              <a:t>	</a:t>
            </a:r>
          </a:p>
          <a:p>
            <a:r>
              <a:rPr lang="en-US" altLang="zh-TW" sz="1400" dirty="0"/>
              <a:t> </a:t>
            </a:r>
            <a:r>
              <a:rPr lang="en-US" altLang="zh-TW" sz="1400" dirty="0" err="1"/>
              <a:t>bitCount</a:t>
            </a:r>
            <a:r>
              <a:rPr lang="en-US" altLang="zh-TW" sz="1400" dirty="0"/>
              <a:t> = </a:t>
            </a:r>
            <a:r>
              <a:rPr lang="en-US" altLang="zh-TW" sz="1400" dirty="0" err="1"/>
              <a:t>BMP_check_show</a:t>
            </a:r>
            <a:r>
              <a:rPr lang="en-US" altLang="zh-TW" sz="1400" dirty="0"/>
              <a:t>(0, 0, (uint8_t *) ?);	// </a:t>
            </a:r>
            <a:r>
              <a:rPr lang="en-US" altLang="zh-TW" sz="1400" dirty="0" err="1"/>
              <a:t>oringinal</a:t>
            </a:r>
            <a:r>
              <a:rPr lang="en-US" altLang="zh-TW" sz="1400" dirty="0"/>
              <a:t> bmp file</a:t>
            </a:r>
          </a:p>
          <a:p>
            <a:r>
              <a:rPr lang="en-US" altLang="zh-TW" sz="1400" dirty="0"/>
              <a:t> if (</a:t>
            </a:r>
            <a:r>
              <a:rPr lang="en-US" altLang="zh-TW" sz="1400" dirty="0" err="1"/>
              <a:t>bitCount</a:t>
            </a:r>
            <a:r>
              <a:rPr lang="en-US" altLang="zh-TW" sz="1400" dirty="0"/>
              <a:t> == 24)	// only for bit count of 24</a:t>
            </a:r>
          </a:p>
          <a:p>
            <a:r>
              <a:rPr lang="en-US" altLang="zh-TW" sz="1400" dirty="0"/>
              <a:t>{</a:t>
            </a:r>
          </a:p>
          <a:p>
            <a:r>
              <a:rPr lang="en-US" altLang="zh-TW" sz="1400" dirty="0"/>
              <a:t>	/* Step 1: Erase the user Flash: Sectors 4 and 5*************/ </a:t>
            </a:r>
          </a:p>
          <a:p>
            <a:r>
              <a:rPr lang="en-US" altLang="zh-TW" sz="1400" dirty="0"/>
              <a:t>	</a:t>
            </a:r>
            <a:r>
              <a:rPr lang="en-US" altLang="zh-TW" sz="1400" dirty="0" err="1"/>
              <a:t>Flash_Erase_for_Write</a:t>
            </a:r>
            <a:r>
              <a:rPr lang="en-US" altLang="zh-TW" sz="1400" dirty="0"/>
              <a:t>(?, ?);			// sectors 4 to 5</a:t>
            </a:r>
          </a:p>
          <a:p>
            <a:r>
              <a:rPr lang="en-US" altLang="zh-TW" sz="1400" dirty="0"/>
              <a:t>	//&gt;&gt;----------------------</a:t>
            </a:r>
          </a:p>
          <a:p>
            <a:r>
              <a:rPr lang="en-US" altLang="zh-TW" sz="1400" dirty="0"/>
              <a:t>	</a:t>
            </a:r>
            <a:r>
              <a:rPr lang="en-US" altLang="zh-TW" sz="1400" dirty="0" err="1"/>
              <a:t>LCD_DisplayStringLineCol</a:t>
            </a:r>
            <a:r>
              <a:rPr lang="en-US" altLang="zh-TW" sz="1400" dirty="0"/>
              <a:t>(5, 1, "Press KEY1 to go on!");</a:t>
            </a:r>
          </a:p>
          <a:p>
            <a:r>
              <a:rPr lang="en-US" altLang="zh-TW" sz="1400" dirty="0"/>
              <a:t>	Wait_PressPA0(10);	</a:t>
            </a:r>
          </a:p>
          <a:p>
            <a:r>
              <a:rPr lang="en-US" altLang="zh-TW" sz="1400" dirty="0"/>
              <a:t>	while(GPIOA-&gt;IDR &amp; Bit(0))			// wait until release KEY1</a:t>
            </a:r>
          </a:p>
          <a:p>
            <a:r>
              <a:rPr lang="en-US" altLang="zh-TW" sz="1400" dirty="0"/>
              <a:t>	//&lt;&lt;-----------------------</a:t>
            </a:r>
          </a:p>
          <a:p>
            <a:r>
              <a:rPr lang="en-US" altLang="zh-TW" sz="1400" dirty="0"/>
              <a:t>	</a:t>
            </a:r>
            <a:r>
              <a:rPr lang="en-US" altLang="zh-TW" sz="1400" dirty="0" err="1"/>
              <a:t>User_FLASH_beforeWRITE</a:t>
            </a:r>
            <a:r>
              <a:rPr lang="en-US" altLang="zh-TW" sz="1400" dirty="0"/>
              <a:t>(?);	</a:t>
            </a:r>
          </a:p>
          <a:p>
            <a:endParaRPr lang="en-US" altLang="zh-TW" sz="1400" dirty="0"/>
          </a:p>
          <a:p>
            <a:r>
              <a:rPr lang="en-US" altLang="zh-TW" sz="1400" dirty="0"/>
              <a:t>	?; // clear FLASH-&gt;SR</a:t>
            </a:r>
          </a:p>
          <a:p>
            <a:r>
              <a:rPr lang="en-US" altLang="zh-TW" sz="1400" dirty="0"/>
              <a:t>	//------&gt;&gt;&gt;&gt;&gt;&gt;&gt;&gt;&gt;&gt;		</a:t>
            </a:r>
          </a:p>
          <a:p>
            <a:r>
              <a:rPr lang="en-US" altLang="zh-TW" sz="1400" dirty="0"/>
              <a:t>	ChangeBMP_24bit_to_16bit((uint8_t *) </a:t>
            </a:r>
            <a:r>
              <a:rPr lang="en-US" altLang="zh-TW" sz="1400" dirty="0" err="1"/>
              <a:t>p_bmp</a:t>
            </a:r>
            <a:r>
              <a:rPr lang="en-US" altLang="zh-TW" sz="1400" dirty="0"/>
              <a:t>, (uint8_t *) </a:t>
            </a:r>
            <a:r>
              <a:rPr lang="en-US" altLang="zh-TW" sz="1400" dirty="0" err="1"/>
              <a:t>p_StAdd</a:t>
            </a:r>
            <a:r>
              <a:rPr lang="en-US" altLang="zh-TW" sz="1400" dirty="0"/>
              <a:t>);</a:t>
            </a:r>
          </a:p>
          <a:p>
            <a:r>
              <a:rPr lang="en-US" altLang="zh-TW" sz="1400" dirty="0"/>
              <a:t>	//------&lt;&lt;&lt;&lt;&lt;&lt;&lt;&lt;&lt;&lt;&lt;</a:t>
            </a:r>
          </a:p>
          <a:p>
            <a:r>
              <a:rPr lang="en-US" altLang="zh-TW" sz="1400" dirty="0"/>
              <a:t>	?; // clear bits 0~6, 8, 9 of FLASH-&gt;CR</a:t>
            </a:r>
          </a:p>
          <a:p>
            <a:endParaRPr lang="en-US" altLang="zh-TW" sz="1400" dirty="0"/>
          </a:p>
          <a:p>
            <a:r>
              <a:rPr lang="en-US" altLang="zh-TW" sz="1400" dirty="0"/>
              <a:t>	//-------------------------------------------	</a:t>
            </a:r>
          </a:p>
          <a:p>
            <a:r>
              <a:rPr lang="en-US" altLang="zh-TW" sz="1400" dirty="0"/>
              <a:t>	</a:t>
            </a:r>
            <a:r>
              <a:rPr lang="en-US" altLang="zh-TW" sz="1400" dirty="0" err="1"/>
              <a:t>BMP_check_show</a:t>
            </a:r>
            <a:r>
              <a:rPr lang="en-US" altLang="zh-TW" sz="1400" dirty="0"/>
              <a:t>(0, 0, (uint8_t *) </a:t>
            </a:r>
            <a:r>
              <a:rPr lang="en-US" altLang="zh-TW" sz="1400" dirty="0" err="1"/>
              <a:t>p_StAdd</a:t>
            </a:r>
            <a:r>
              <a:rPr lang="en-US" altLang="zh-TW" sz="1400" dirty="0"/>
              <a:t>);	// new 16-bit bmp file</a:t>
            </a:r>
          </a:p>
          <a:p>
            <a:r>
              <a:rPr lang="en-US" altLang="zh-TW" sz="1400" dirty="0"/>
              <a:t>	//-------------------------------------------	</a:t>
            </a:r>
          </a:p>
          <a:p>
            <a:r>
              <a:rPr lang="en-US" altLang="zh-TW" sz="14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627560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0447AA05-7A99-45FC-ABA0-19D99CE8C64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5C776917-DABD-44AE-81B7-41613A2F4954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14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27651" name="圖片 1">
            <a:extLst>
              <a:ext uri="{FF2B5EF4-FFF2-40B4-BE49-F238E27FC236}">
                <a16:creationId xmlns:a16="http://schemas.microsoft.com/office/drawing/2014/main" id="{AF73929D-F411-4034-B152-95DC8AFDF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250825"/>
            <a:ext cx="8470900" cy="635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63D89D9-23D6-4B5D-AADE-FC3BFD74A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192" y="2085174"/>
            <a:ext cx="5174166" cy="3964002"/>
          </a:xfrm>
          <a:prstGeom prst="rect">
            <a:avLst/>
          </a:prstGeom>
        </p:spPr>
      </p:pic>
      <p:sp>
        <p:nvSpPr>
          <p:cNvPr id="27654" name="Oval 3">
            <a:extLst>
              <a:ext uri="{FF2B5EF4-FFF2-40B4-BE49-F238E27FC236}">
                <a16:creationId xmlns:a16="http://schemas.microsoft.com/office/drawing/2014/main" id="{DA586B44-1C82-4FA3-9B88-33E5FE275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5366544"/>
            <a:ext cx="1392237" cy="246062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" name="Oval 3">
            <a:extLst>
              <a:ext uri="{FF2B5EF4-FFF2-40B4-BE49-F238E27FC236}">
                <a16:creationId xmlns:a16="http://schemas.microsoft.com/office/drawing/2014/main" id="{4B482D5D-85C2-4DE0-9029-994D0579D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050" y="3602828"/>
            <a:ext cx="1392237" cy="246062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15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F0EF596-CABB-4AF1-865E-1479A943B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88" y="289374"/>
            <a:ext cx="6860773" cy="5631551"/>
          </a:xfrm>
          <a:prstGeom prst="rect">
            <a:avLst/>
          </a:prstGeom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D96A4524-7A96-4E45-8F1B-A7594A239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25" y="3927475"/>
            <a:ext cx="3013075" cy="92333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It is copied from the one in file “</a:t>
            </a:r>
            <a:r>
              <a:rPr lang="en-US" altLang="zh-TW">
                <a:solidFill>
                  <a:srgbClr val="FF0000"/>
                </a:solidFill>
              </a:rPr>
              <a:t>main_FLASH.c</a:t>
            </a:r>
            <a:r>
              <a:rPr lang="en-US" altLang="zh-TW"/>
              <a:t>” in project “</a:t>
            </a:r>
            <a:r>
              <a:rPr lang="en-US" altLang="zh-TW">
                <a:solidFill>
                  <a:srgbClr val="FF0000"/>
                </a:solidFill>
              </a:rPr>
              <a:t>PARADIGM</a:t>
            </a:r>
            <a:r>
              <a:rPr lang="en-US" altLang="zh-TW"/>
              <a:t>”.</a:t>
            </a:r>
          </a:p>
        </p:txBody>
      </p:sp>
      <p:sp>
        <p:nvSpPr>
          <p:cNvPr id="5" name="弧形 4">
            <a:extLst>
              <a:ext uri="{FF2B5EF4-FFF2-40B4-BE49-F238E27FC236}">
                <a16:creationId xmlns:a16="http://schemas.microsoft.com/office/drawing/2014/main" id="{AF6A910A-072F-45E1-A2A0-777CC9C8B2BF}"/>
              </a:ext>
            </a:extLst>
          </p:cNvPr>
          <p:cNvSpPr/>
          <p:nvPr/>
        </p:nvSpPr>
        <p:spPr bwMode="auto">
          <a:xfrm rot="5400000" flipH="1" flipV="1">
            <a:off x="3557588" y="2012653"/>
            <a:ext cx="1411287" cy="3341687"/>
          </a:xfrm>
          <a:prstGeom prst="arc">
            <a:avLst>
              <a:gd name="adj1" fmla="val 16138399"/>
              <a:gd name="adj2" fmla="val 5878432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964366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16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791187-8A88-40A0-9001-9E7243462879}"/>
              </a:ext>
            </a:extLst>
          </p:cNvPr>
          <p:cNvSpPr/>
          <p:nvPr/>
        </p:nvSpPr>
        <p:spPr>
          <a:xfrm>
            <a:off x="762000" y="742325"/>
            <a:ext cx="8201025" cy="504753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400" dirty="0"/>
              <a:t>/* Includes ------------------------------------------------------------------*/</a:t>
            </a:r>
          </a:p>
          <a:p>
            <a:r>
              <a:rPr lang="en-US" altLang="zh-TW" sz="1400" dirty="0"/>
              <a:t>#include “?.h"</a:t>
            </a:r>
          </a:p>
          <a:p>
            <a:r>
              <a:rPr lang="en-US" altLang="zh-TW" sz="1400" dirty="0"/>
              <a:t>#include “?.h"</a:t>
            </a:r>
          </a:p>
          <a:p>
            <a:r>
              <a:rPr lang="en-US" altLang="zh-TW" sz="1400" dirty="0"/>
              <a:t>#include “?.h"</a:t>
            </a:r>
          </a:p>
          <a:p>
            <a:r>
              <a:rPr lang="en-US" altLang="zh-TW" sz="1400" dirty="0"/>
              <a:t>#include &lt;</a:t>
            </a:r>
            <a:r>
              <a:rPr lang="en-US" altLang="zh-TW" sz="1400" dirty="0" err="1"/>
              <a:t>stdio.h</a:t>
            </a:r>
            <a:r>
              <a:rPr lang="en-US" altLang="zh-TW" sz="1400" dirty="0"/>
              <a:t>&gt;</a:t>
            </a:r>
          </a:p>
          <a:p>
            <a:endParaRPr lang="en-US" altLang="zh-TW" sz="1400" dirty="0"/>
          </a:p>
          <a:p>
            <a:r>
              <a:rPr lang="en-US" altLang="zh-TW" sz="1400" dirty="0"/>
              <a:t>//======================================</a:t>
            </a:r>
          </a:p>
          <a:p>
            <a:r>
              <a:rPr lang="en-US" altLang="zh-TW" sz="1400" dirty="0"/>
              <a:t>static void </a:t>
            </a:r>
            <a:r>
              <a:rPr lang="en-US" altLang="zh-TW" sz="1400" dirty="0" err="1"/>
              <a:t>Flash_Error_message</a:t>
            </a:r>
            <a:r>
              <a:rPr lang="en-US" altLang="zh-TW" sz="1400" dirty="0"/>
              <a:t>(uint32_t status)</a:t>
            </a:r>
          </a:p>
          <a:p>
            <a:r>
              <a:rPr lang="en-US" altLang="zh-TW" sz="1400" dirty="0"/>
              <a:t>{</a:t>
            </a:r>
          </a:p>
          <a:p>
            <a:r>
              <a:rPr lang="en-US" altLang="zh-TW" sz="1400" dirty="0"/>
              <a:t>	switch (status){</a:t>
            </a:r>
          </a:p>
          <a:p>
            <a:r>
              <a:rPr lang="en-US" altLang="zh-TW" sz="1400" dirty="0"/>
              <a:t>		case 1:</a:t>
            </a:r>
          </a:p>
          <a:p>
            <a:r>
              <a:rPr lang="en-US" altLang="zh-TW" sz="1400" dirty="0"/>
              <a:t>			</a:t>
            </a:r>
            <a:r>
              <a:rPr lang="en-US" altLang="zh-TW" sz="1400" dirty="0" err="1"/>
              <a:t>LCD_DisplayStringLineCol</a:t>
            </a:r>
            <a:r>
              <a:rPr lang="en-US" altLang="zh-TW" sz="1400" dirty="0"/>
              <a:t>(3, 1, "Flash Error! " );		</a:t>
            </a:r>
          </a:p>
          <a:p>
            <a:r>
              <a:rPr lang="en-US" altLang="zh-TW" sz="1400" dirty="0"/>
              <a:t>			return;</a:t>
            </a:r>
          </a:p>
          <a:p>
            <a:r>
              <a:rPr lang="en-US" altLang="zh-TW" sz="1400" dirty="0"/>
              <a:t>		case 3:</a:t>
            </a:r>
          </a:p>
          <a:p>
            <a:r>
              <a:rPr lang="en-US" altLang="zh-TW" sz="1400" dirty="0"/>
              <a:t>			</a:t>
            </a:r>
            <a:r>
              <a:rPr lang="en-US" altLang="zh-TW" sz="1400" dirty="0" err="1"/>
              <a:t>LCD_DisplayStringLineCol</a:t>
            </a:r>
            <a:r>
              <a:rPr lang="en-US" altLang="zh-TW" sz="1400" dirty="0"/>
              <a:t>(3, 1, "Flash Time out! " );		</a:t>
            </a:r>
          </a:p>
          <a:p>
            <a:r>
              <a:rPr lang="en-US" altLang="zh-TW" sz="1400" dirty="0"/>
              <a:t>			return;</a:t>
            </a:r>
          </a:p>
          <a:p>
            <a:r>
              <a:rPr lang="en-US" altLang="zh-TW" sz="1400" dirty="0"/>
              <a:t>		default:</a:t>
            </a:r>
          </a:p>
          <a:p>
            <a:r>
              <a:rPr lang="en-US" altLang="zh-TW" sz="1400" dirty="0"/>
              <a:t>			return;</a:t>
            </a:r>
          </a:p>
          <a:p>
            <a:r>
              <a:rPr lang="en-US" altLang="zh-TW" sz="1400" dirty="0"/>
              <a:t>	}</a:t>
            </a:r>
          </a:p>
          <a:p>
            <a:r>
              <a:rPr lang="en-US" altLang="zh-TW" sz="1400" dirty="0"/>
              <a:t>}</a:t>
            </a:r>
          </a:p>
          <a:p>
            <a:endParaRPr lang="en-US" altLang="zh-TW" sz="1400" dirty="0"/>
          </a:p>
          <a:p>
            <a:r>
              <a:rPr lang="en-US" altLang="zh-TW" sz="1400" dirty="0"/>
              <a:t>void	ChangeBMP_24bit_to_16bit(uint8_t * </a:t>
            </a:r>
            <a:r>
              <a:rPr lang="en-US" altLang="zh-TW" sz="1400" dirty="0" err="1"/>
              <a:t>p_BmpAdd</a:t>
            </a:r>
            <a:r>
              <a:rPr lang="en-US" altLang="zh-TW" sz="1400" dirty="0"/>
              <a:t>, ……………….</a:t>
            </a:r>
          </a:p>
        </p:txBody>
      </p:sp>
    </p:spTree>
    <p:extLst>
      <p:ext uri="{BB962C8B-B14F-4D97-AF65-F5344CB8AC3E}">
        <p14:creationId xmlns:p14="http://schemas.microsoft.com/office/powerpoint/2010/main" val="2781449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17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C86D66E-3027-4DF0-9FC1-67562F493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796" y="379767"/>
            <a:ext cx="7070408" cy="6098465"/>
          </a:xfrm>
          <a:prstGeom prst="rect">
            <a:avLst/>
          </a:prstGeom>
        </p:spPr>
      </p:pic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7018A027-9B03-42E3-A8BB-A9F020650081}"/>
              </a:ext>
            </a:extLst>
          </p:cNvPr>
          <p:cNvCxnSpPr/>
          <p:nvPr/>
        </p:nvCxnSpPr>
        <p:spPr bwMode="auto">
          <a:xfrm flipH="1">
            <a:off x="4191000" y="1533525"/>
            <a:ext cx="3124200" cy="17430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63963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18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791187-8A88-40A0-9001-9E7243462879}"/>
              </a:ext>
            </a:extLst>
          </p:cNvPr>
          <p:cNvSpPr/>
          <p:nvPr/>
        </p:nvSpPr>
        <p:spPr>
          <a:xfrm>
            <a:off x="400050" y="428178"/>
            <a:ext cx="8201025" cy="600164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200" dirty="0"/>
              <a:t>//===================================================</a:t>
            </a:r>
          </a:p>
          <a:p>
            <a:r>
              <a:rPr lang="en-US" altLang="zh-TW" sz="1200" dirty="0"/>
              <a:t>// return value: </a:t>
            </a:r>
            <a:r>
              <a:rPr lang="en-US" altLang="zh-TW" sz="1200" dirty="0" err="1"/>
              <a:t>BitCount</a:t>
            </a:r>
            <a:r>
              <a:rPr lang="en-US" altLang="zh-TW" sz="1200" dirty="0"/>
              <a:t>= 0 (not a bmp file), 16, 24</a:t>
            </a:r>
          </a:p>
          <a:p>
            <a:r>
              <a:rPr lang="en-US" altLang="zh-TW" sz="1200" dirty="0"/>
              <a:t>//---------------------------------------------------</a:t>
            </a:r>
          </a:p>
          <a:p>
            <a:r>
              <a:rPr lang="en-US" altLang="zh-TW" sz="1200" dirty="0"/>
              <a:t>uint32_t </a:t>
            </a:r>
            <a:r>
              <a:rPr lang="en-US" altLang="zh-TW" sz="1200" dirty="0" err="1"/>
              <a:t>BMP_check_show</a:t>
            </a:r>
            <a:r>
              <a:rPr lang="en-US" altLang="zh-TW" sz="1200" dirty="0"/>
              <a:t>(uint16_t </a:t>
            </a:r>
            <a:r>
              <a:rPr lang="en-US" altLang="zh-TW" sz="1200" dirty="0" err="1"/>
              <a:t>x_pixel</a:t>
            </a:r>
            <a:r>
              <a:rPr lang="en-US" altLang="zh-TW" sz="1200" dirty="0"/>
              <a:t>, uint16_t </a:t>
            </a:r>
            <a:r>
              <a:rPr lang="en-US" altLang="zh-TW" sz="1200" dirty="0" err="1"/>
              <a:t>y_pixel</a:t>
            </a:r>
            <a:r>
              <a:rPr lang="en-US" altLang="zh-TW" sz="1200" dirty="0"/>
              <a:t>, uint8_t *</a:t>
            </a:r>
            <a:r>
              <a:rPr lang="en-US" altLang="zh-TW" sz="1200" dirty="0" err="1"/>
              <a:t>p_BmpAdd</a:t>
            </a:r>
            <a:r>
              <a:rPr lang="en-US" altLang="zh-TW" sz="1200" dirty="0"/>
              <a:t>)</a:t>
            </a:r>
          </a:p>
          <a:p>
            <a:r>
              <a:rPr lang="en-US" altLang="zh-TW" sz="1200" dirty="0"/>
              <a:t>{</a:t>
            </a:r>
          </a:p>
          <a:p>
            <a:r>
              <a:rPr lang="en-US" altLang="zh-TW" sz="1200" dirty="0"/>
              <a:t>	uint16_t tmp16;</a:t>
            </a:r>
          </a:p>
          <a:p>
            <a:r>
              <a:rPr lang="en-US" altLang="zh-TW" sz="1200" dirty="0"/>
              <a:t>	</a:t>
            </a:r>
          </a:p>
          <a:p>
            <a:r>
              <a:rPr lang="en-US" altLang="zh-TW" sz="1200" dirty="0"/>
              <a:t>	</a:t>
            </a:r>
            <a:r>
              <a:rPr lang="en-US" altLang="zh-TW" sz="1200" dirty="0" err="1"/>
              <a:t>LCD_SaveColors</a:t>
            </a:r>
            <a:r>
              <a:rPr lang="en-US" altLang="zh-TW" sz="1200" dirty="0"/>
              <a:t>();</a:t>
            </a:r>
          </a:p>
          <a:p>
            <a:r>
              <a:rPr lang="en-US" altLang="zh-TW" sz="1200" dirty="0"/>
              <a:t>	</a:t>
            </a:r>
            <a:r>
              <a:rPr lang="en-US" altLang="zh-TW" sz="1200" dirty="0" err="1"/>
              <a:t>LCD_SetBackColor</a:t>
            </a:r>
            <a:r>
              <a:rPr lang="en-US" altLang="zh-TW" sz="1200" dirty="0"/>
              <a:t>(GREEN);</a:t>
            </a:r>
          </a:p>
          <a:p>
            <a:r>
              <a:rPr lang="en-US" altLang="zh-TW" sz="1200" dirty="0"/>
              <a:t>	tmp16 = *(uint16_t *) (</a:t>
            </a:r>
            <a:r>
              <a:rPr lang="en-US" altLang="zh-TW" sz="1200" dirty="0" err="1"/>
              <a:t>p_BmpAdd</a:t>
            </a:r>
            <a:r>
              <a:rPr lang="en-US" altLang="zh-TW" sz="1200" dirty="0"/>
              <a:t> + 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);	// read BMP signature</a:t>
            </a:r>
          </a:p>
          <a:p>
            <a:r>
              <a:rPr lang="en-US" altLang="zh-TW" sz="1200" dirty="0"/>
              <a:t>	if (tmp16 != 0x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){</a:t>
            </a:r>
          </a:p>
          <a:p>
            <a:r>
              <a:rPr lang="en-US" altLang="zh-TW" sz="1200" dirty="0"/>
              <a:t>		</a:t>
            </a:r>
            <a:r>
              <a:rPr lang="en-US" altLang="zh-TW" sz="1200" dirty="0" err="1"/>
              <a:t>LCD_DisplayStringLineCol</a:t>
            </a:r>
            <a:r>
              <a:rPr lang="en-US" altLang="zh-TW" sz="1200" dirty="0"/>
              <a:t>(1, 1, "It's NOT a bmp file!" );</a:t>
            </a:r>
          </a:p>
          <a:p>
            <a:r>
              <a:rPr lang="en-US" altLang="zh-TW" sz="1200" dirty="0"/>
              <a:t>		tmp16 = 0;</a:t>
            </a:r>
          </a:p>
          <a:p>
            <a:r>
              <a:rPr lang="en-US" altLang="zh-TW" sz="1200" dirty="0"/>
              <a:t>	} else{</a:t>
            </a:r>
          </a:p>
          <a:p>
            <a:r>
              <a:rPr lang="en-US" altLang="zh-TW" sz="1200" dirty="0"/>
              <a:t>		tmp16 = *(uint16_t *) (</a:t>
            </a:r>
            <a:r>
              <a:rPr lang="en-US" altLang="zh-TW" sz="1200" dirty="0" err="1"/>
              <a:t>p_BmpAdd</a:t>
            </a:r>
            <a:r>
              <a:rPr lang="en-US" altLang="zh-TW" sz="1200" dirty="0"/>
              <a:t> + 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);	// // read number of bits per pixel</a:t>
            </a:r>
          </a:p>
          <a:p>
            <a:r>
              <a:rPr lang="en-US" altLang="zh-TW" sz="1200" dirty="0"/>
              <a:t>		</a:t>
            </a:r>
            <a:r>
              <a:rPr lang="en-US" altLang="zh-TW" sz="1200" dirty="0" err="1"/>
              <a:t>LCD_DrawBitmap</a:t>
            </a:r>
            <a:r>
              <a:rPr lang="en-US" altLang="zh-TW" sz="1200" dirty="0"/>
              <a:t>(0, 0, 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);  // start at </a:t>
            </a:r>
            <a:r>
              <a:rPr lang="en-US" altLang="zh-TW" sz="1200" dirty="0" err="1"/>
              <a:t>xPixel</a:t>
            </a:r>
            <a:r>
              <a:rPr lang="en-US" altLang="zh-TW" sz="1200" dirty="0"/>
              <a:t>=0, </a:t>
            </a:r>
            <a:r>
              <a:rPr lang="en-US" altLang="zh-TW" sz="1200" dirty="0" err="1"/>
              <a:t>yPixel</a:t>
            </a:r>
            <a:r>
              <a:rPr lang="en-US" altLang="zh-TW" sz="1200" dirty="0"/>
              <a:t>=0</a:t>
            </a:r>
          </a:p>
          <a:p>
            <a:r>
              <a:rPr lang="en-US" altLang="zh-TW" sz="1200" dirty="0"/>
              <a:t>		switch (tmp16){</a:t>
            </a:r>
          </a:p>
          <a:p>
            <a:r>
              <a:rPr lang="en-US" altLang="zh-TW" sz="1200" dirty="0"/>
              <a:t>			case 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:</a:t>
            </a:r>
          </a:p>
          <a:p>
            <a:r>
              <a:rPr lang="en-US" altLang="zh-TW" sz="1200" dirty="0"/>
              <a:t>				</a:t>
            </a:r>
            <a:r>
              <a:rPr lang="en-US" altLang="zh-TW" sz="1200" dirty="0" err="1"/>
              <a:t>LCD_DisplayStringLineCol</a:t>
            </a:r>
            <a:r>
              <a:rPr lang="en-US" altLang="zh-TW" sz="1200" dirty="0"/>
              <a:t>(1, 1, "already 16-bit bmp!" );		</a:t>
            </a:r>
          </a:p>
          <a:p>
            <a:r>
              <a:rPr lang="en-US" altLang="zh-TW" sz="1200" dirty="0"/>
              <a:t>				break;</a:t>
            </a:r>
          </a:p>
          <a:p>
            <a:r>
              <a:rPr lang="en-US" altLang="zh-TW" sz="1200" dirty="0"/>
              <a:t>			case 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:</a:t>
            </a:r>
          </a:p>
          <a:p>
            <a:r>
              <a:rPr lang="en-US" altLang="zh-TW" sz="1200" dirty="0"/>
              <a:t>				</a:t>
            </a:r>
            <a:r>
              <a:rPr lang="en-US" altLang="zh-TW" sz="1200" dirty="0" err="1"/>
              <a:t>LCD_DisplayStringLineCol</a:t>
            </a:r>
            <a:r>
              <a:rPr lang="en-US" altLang="zh-TW" sz="1200" dirty="0"/>
              <a:t>(1, 1, " 24-bit bmp file!" );		</a:t>
            </a:r>
          </a:p>
          <a:p>
            <a:r>
              <a:rPr lang="en-US" altLang="zh-TW" sz="1200" dirty="0"/>
              <a:t>				break;</a:t>
            </a:r>
          </a:p>
          <a:p>
            <a:r>
              <a:rPr lang="en-US" altLang="zh-TW" sz="1200" dirty="0"/>
              <a:t>			default:</a:t>
            </a:r>
          </a:p>
          <a:p>
            <a:r>
              <a:rPr lang="en-US" altLang="zh-TW" sz="1200" dirty="0"/>
              <a:t>				break;</a:t>
            </a:r>
          </a:p>
          <a:p>
            <a:r>
              <a:rPr lang="en-US" altLang="zh-TW" sz="1200" dirty="0"/>
              <a:t>		}</a:t>
            </a:r>
          </a:p>
          <a:p>
            <a:r>
              <a:rPr lang="en-US" altLang="zh-TW" sz="1200" dirty="0"/>
              <a:t>	}</a:t>
            </a:r>
          </a:p>
          <a:p>
            <a:r>
              <a:rPr lang="en-US" altLang="zh-TW" sz="1200" dirty="0"/>
              <a:t>	</a:t>
            </a:r>
            <a:r>
              <a:rPr lang="en-US" altLang="zh-TW" sz="1200" dirty="0" err="1"/>
              <a:t>LCD_RestoreColors</a:t>
            </a:r>
            <a:r>
              <a:rPr lang="en-US" altLang="zh-TW" sz="1200" dirty="0"/>
              <a:t>();</a:t>
            </a:r>
          </a:p>
          <a:p>
            <a:r>
              <a:rPr lang="en-US" altLang="zh-TW" sz="1200" dirty="0"/>
              <a:t>	return (uint32_t) tmp16;</a:t>
            </a:r>
          </a:p>
          <a:p>
            <a:r>
              <a:rPr lang="en-US" altLang="zh-TW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3731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圖片 1">
            <a:extLst>
              <a:ext uri="{FF2B5EF4-FFF2-40B4-BE49-F238E27FC236}">
                <a16:creationId xmlns:a16="http://schemas.microsoft.com/office/drawing/2014/main" id="{36893E42-D6E1-4680-A354-99CDEECD3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752475"/>
            <a:ext cx="7048500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Rectangle 6">
            <a:extLst>
              <a:ext uri="{FF2B5EF4-FFF2-40B4-BE49-F238E27FC236}">
                <a16:creationId xmlns:a16="http://schemas.microsoft.com/office/drawing/2014/main" id="{B96FD100-E4EB-4B2D-93BB-D6DBA86194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55F1A14F-28C5-49C0-8DB5-B87FED9D478A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19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Oval 3">
            <a:extLst>
              <a:ext uri="{FF2B5EF4-FFF2-40B4-BE49-F238E27FC236}">
                <a16:creationId xmlns:a16="http://schemas.microsoft.com/office/drawing/2014/main" id="{DAFBB245-C2BD-4C78-8B67-0EE084BEF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752475"/>
            <a:ext cx="1184275" cy="246063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FD72E610-38BC-4A68-B632-BF2662D81517}"/>
              </a:ext>
            </a:extLst>
          </p:cNvPr>
          <p:cNvCxnSpPr/>
          <p:nvPr/>
        </p:nvCxnSpPr>
        <p:spPr bwMode="auto">
          <a:xfrm flipH="1">
            <a:off x="4219575" y="1285875"/>
            <a:ext cx="628650" cy="20193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A126B63E-BF9B-42BE-AD84-58F0D0E3F929}"/>
              </a:ext>
            </a:extLst>
          </p:cNvPr>
          <p:cNvCxnSpPr/>
          <p:nvPr/>
        </p:nvCxnSpPr>
        <p:spPr bwMode="auto">
          <a:xfrm flipH="1">
            <a:off x="4448175" y="1285875"/>
            <a:ext cx="2057400" cy="20193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20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791187-8A88-40A0-9001-9E7243462879}"/>
              </a:ext>
            </a:extLst>
          </p:cNvPr>
          <p:cNvSpPr/>
          <p:nvPr/>
        </p:nvSpPr>
        <p:spPr>
          <a:xfrm>
            <a:off x="400050" y="428178"/>
            <a:ext cx="8201025" cy="618630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200" dirty="0"/>
              <a:t>//================================================</a:t>
            </a:r>
          </a:p>
          <a:p>
            <a:r>
              <a:rPr lang="en-US" altLang="zh-TW" sz="1200" dirty="0"/>
              <a:t>void </a:t>
            </a:r>
            <a:r>
              <a:rPr lang="en-US" altLang="zh-TW" sz="1200" dirty="0" err="1"/>
              <a:t>Flash_Erase_for_Write</a:t>
            </a:r>
            <a:r>
              <a:rPr lang="en-US" altLang="zh-TW" sz="1200" dirty="0"/>
              <a:t>(uint32_t </a:t>
            </a:r>
            <a:r>
              <a:rPr lang="en-US" altLang="zh-TW" sz="1200" dirty="0" err="1"/>
              <a:t>beginSector</a:t>
            </a:r>
            <a:r>
              <a:rPr lang="en-US" altLang="zh-TW" sz="1200" dirty="0"/>
              <a:t>, uint32_t </a:t>
            </a:r>
            <a:r>
              <a:rPr lang="en-US" altLang="zh-TW" sz="1200" dirty="0" err="1"/>
              <a:t>endSector</a:t>
            </a:r>
            <a:r>
              <a:rPr lang="en-US" altLang="zh-TW" sz="1200" dirty="0"/>
              <a:t>)</a:t>
            </a:r>
          </a:p>
          <a:p>
            <a:r>
              <a:rPr lang="en-US" altLang="zh-TW" sz="1200" dirty="0"/>
              <a:t>{</a:t>
            </a:r>
          </a:p>
          <a:p>
            <a:r>
              <a:rPr lang="zh-TW" altLang="en-US" sz="1200" dirty="0"/>
              <a:t>     </a:t>
            </a:r>
            <a:r>
              <a:rPr lang="en-US" altLang="zh-TW" sz="1200" dirty="0"/>
              <a:t>uint32_t </a:t>
            </a:r>
            <a:r>
              <a:rPr lang="en-US" altLang="zh-TW" sz="1200" dirty="0" err="1"/>
              <a:t>tmp</a:t>
            </a:r>
            <a:r>
              <a:rPr lang="en-US" altLang="zh-TW" sz="1200" dirty="0"/>
              <a:t>;</a:t>
            </a:r>
          </a:p>
          <a:p>
            <a:endParaRPr lang="en-US" altLang="zh-TW" sz="1200" dirty="0"/>
          </a:p>
          <a:p>
            <a:r>
              <a:rPr lang="en-US" altLang="zh-TW" sz="1200" dirty="0"/>
              <a:t>	</a:t>
            </a:r>
            <a:r>
              <a:rPr lang="en-US" altLang="zh-TW" sz="1200" dirty="0" err="1"/>
              <a:t>LCD_SaveColors</a:t>
            </a:r>
            <a:r>
              <a:rPr lang="en-US" altLang="zh-TW" sz="1200" dirty="0"/>
              <a:t>();</a:t>
            </a:r>
          </a:p>
          <a:p>
            <a:r>
              <a:rPr lang="en-US" altLang="zh-TW" sz="1200" dirty="0"/>
              <a:t>	</a:t>
            </a:r>
            <a:r>
              <a:rPr lang="en-US" altLang="zh-TW" sz="1200" dirty="0" err="1"/>
              <a:t>LCD_SetBackColor</a:t>
            </a:r>
            <a:r>
              <a:rPr lang="en-US" altLang="zh-TW" sz="1200" dirty="0"/>
              <a:t>(YELLOW);</a:t>
            </a:r>
          </a:p>
          <a:p>
            <a:r>
              <a:rPr lang="en-US" altLang="zh-TW" sz="1200" dirty="0"/>
              <a:t>  /* Erase the user Flash area *************/ </a:t>
            </a:r>
          </a:p>
          <a:p>
            <a:r>
              <a:rPr lang="en-US" altLang="zh-TW" sz="1200" dirty="0"/>
              <a:t>	FLASH_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;	// unlock FLASH-&gt;CR</a:t>
            </a:r>
          </a:p>
          <a:p>
            <a:r>
              <a:rPr lang="en-US" altLang="zh-TW" sz="1200" dirty="0"/>
              <a:t>	FLASH_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;	// clear FLASH-&gt;SR</a:t>
            </a:r>
          </a:p>
          <a:p>
            <a:r>
              <a:rPr lang="en-US" altLang="zh-TW" sz="1200" dirty="0"/>
              <a:t>	if ( (</a:t>
            </a:r>
            <a:r>
              <a:rPr lang="en-US" altLang="zh-TW" sz="1200" dirty="0" err="1"/>
              <a:t>beginSector</a:t>
            </a:r>
            <a:r>
              <a:rPr lang="en-US" altLang="zh-TW" sz="1200" dirty="0"/>
              <a:t>&lt;2) || (</a:t>
            </a:r>
            <a:r>
              <a:rPr lang="en-US" altLang="zh-TW" sz="1200" dirty="0" err="1"/>
              <a:t>beginSector</a:t>
            </a:r>
            <a:r>
              <a:rPr lang="en-US" altLang="zh-TW" sz="1200" dirty="0"/>
              <a:t>&gt;11) || (</a:t>
            </a:r>
            <a:r>
              <a:rPr lang="en-US" altLang="zh-TW" sz="1200" dirty="0" err="1"/>
              <a:t>endSector</a:t>
            </a:r>
            <a:r>
              <a:rPr lang="en-US" altLang="zh-TW" sz="1200" dirty="0"/>
              <a:t>&lt;</a:t>
            </a:r>
            <a:r>
              <a:rPr lang="en-US" altLang="zh-TW" sz="1200" dirty="0" err="1"/>
              <a:t>beginSector</a:t>
            </a:r>
            <a:r>
              <a:rPr lang="en-US" altLang="zh-TW" sz="1200" dirty="0"/>
              <a:t>) || (</a:t>
            </a:r>
            <a:r>
              <a:rPr lang="en-US" altLang="zh-TW" sz="1200" dirty="0" err="1"/>
              <a:t>endSector</a:t>
            </a:r>
            <a:r>
              <a:rPr lang="en-US" altLang="zh-TW" sz="1200" dirty="0"/>
              <a:t>&gt;11) )</a:t>
            </a:r>
          </a:p>
          <a:p>
            <a:r>
              <a:rPr lang="en-US" altLang="zh-TW" sz="1200" dirty="0"/>
              <a:t>	{</a:t>
            </a:r>
          </a:p>
          <a:p>
            <a:r>
              <a:rPr lang="en-US" altLang="zh-TW" sz="1200" dirty="0"/>
              <a:t>			</a:t>
            </a:r>
            <a:r>
              <a:rPr lang="en-US" altLang="zh-TW" sz="1200" dirty="0" err="1"/>
              <a:t>LCD_DisplayStringLineCol</a:t>
            </a:r>
            <a:r>
              <a:rPr lang="en-US" altLang="zh-TW" sz="1200" dirty="0"/>
              <a:t>(3, 1, "Sector No. should be" );	</a:t>
            </a:r>
          </a:p>
          <a:p>
            <a:r>
              <a:rPr lang="en-US" altLang="zh-TW" sz="1200" dirty="0"/>
              <a:t>			</a:t>
            </a:r>
            <a:r>
              <a:rPr lang="en-US" altLang="zh-TW" sz="1200" dirty="0" err="1"/>
              <a:t>LCD_DisplayStringLineCol</a:t>
            </a:r>
            <a:r>
              <a:rPr lang="en-US" altLang="zh-TW" sz="1200" dirty="0"/>
              <a:t>(4, 1, "  within 2~11!" );	</a:t>
            </a:r>
          </a:p>
          <a:p>
            <a:r>
              <a:rPr lang="en-US" altLang="zh-TW" sz="1200" dirty="0"/>
              <a:t>			while(1){}	</a:t>
            </a:r>
          </a:p>
          <a:p>
            <a:r>
              <a:rPr lang="en-US" altLang="zh-TW" sz="1200" dirty="0"/>
              <a:t>	}</a:t>
            </a:r>
          </a:p>
          <a:p>
            <a:r>
              <a:rPr lang="en-US" altLang="zh-TW" sz="1200" dirty="0"/>
              <a:t>	</a:t>
            </a:r>
            <a:r>
              <a:rPr lang="en-US" altLang="zh-TW" sz="1200" dirty="0" err="1"/>
              <a:t>tmp</a:t>
            </a:r>
            <a:r>
              <a:rPr lang="en-US" altLang="zh-TW" sz="1200" dirty="0"/>
              <a:t> = </a:t>
            </a:r>
            <a:r>
              <a:rPr lang="en-US" altLang="zh-TW" sz="1200" dirty="0" err="1"/>
              <a:t>User_FLASH_SectorErase</a:t>
            </a:r>
            <a:r>
              <a:rPr lang="en-US" altLang="zh-TW" sz="1200" dirty="0"/>
              <a:t>(</a:t>
            </a:r>
            <a:r>
              <a:rPr lang="en-US" altLang="zh-TW" sz="1200" dirty="0">
                <a:solidFill>
                  <a:srgbClr val="FF0000"/>
                </a:solidFill>
              </a:rPr>
              <a:t>?, ?, ?</a:t>
            </a:r>
            <a:r>
              <a:rPr lang="en-US" altLang="zh-TW" sz="1200" dirty="0"/>
              <a:t>);  	// 2: FLASH_PSIZE = 4 Bytes</a:t>
            </a:r>
          </a:p>
          <a:p>
            <a:endParaRPr lang="en-US" altLang="zh-TW" sz="1200" dirty="0"/>
          </a:p>
          <a:p>
            <a:r>
              <a:rPr lang="en-US" altLang="zh-TW" sz="1200" dirty="0"/>
              <a:t>	if(</a:t>
            </a:r>
            <a:r>
              <a:rPr lang="en-US" altLang="zh-TW" sz="1200" dirty="0" err="1"/>
              <a:t>tmp</a:t>
            </a:r>
            <a:r>
              <a:rPr lang="en-US" altLang="zh-TW" sz="1200" dirty="0"/>
              <a:t> &lt;= </a:t>
            </a:r>
            <a:r>
              <a:rPr lang="en-US" altLang="zh-TW" sz="1200" dirty="0" err="1"/>
              <a:t>beginSector</a:t>
            </a:r>
            <a:r>
              <a:rPr lang="en-US" altLang="zh-TW" sz="1200" dirty="0"/>
              <a:t>){</a:t>
            </a:r>
          </a:p>
          <a:p>
            <a:r>
              <a:rPr lang="en-US" altLang="zh-TW" sz="1200" dirty="0"/>
              <a:t>			</a:t>
            </a:r>
            <a:r>
              <a:rPr lang="en-US" altLang="zh-TW" sz="1200" dirty="0" err="1"/>
              <a:t>LCD_DisplayStringLineCol</a:t>
            </a:r>
            <a:r>
              <a:rPr lang="en-US" altLang="zh-TW" sz="1200" dirty="0"/>
              <a:t>(3, 1, "No Sectors is erased!" );	</a:t>
            </a:r>
          </a:p>
          <a:p>
            <a:r>
              <a:rPr lang="en-US" altLang="zh-TW" sz="1200" dirty="0"/>
              <a:t>			</a:t>
            </a:r>
            <a:r>
              <a:rPr lang="en-US" altLang="zh-TW" sz="1200" dirty="0" err="1"/>
              <a:t>LCD_DisplayStringLineCol</a:t>
            </a:r>
            <a:r>
              <a:rPr lang="en-US" altLang="zh-TW" sz="1200" dirty="0"/>
              <a:t>(5, 1, "Check Option Bytes");</a:t>
            </a:r>
          </a:p>
          <a:p>
            <a:r>
              <a:rPr lang="en-US" altLang="zh-TW" sz="1200" dirty="0"/>
              <a:t>			</a:t>
            </a:r>
            <a:r>
              <a:rPr lang="en-US" altLang="zh-TW" sz="1200" dirty="0" err="1"/>
              <a:t>LCD_DisplayStringLineCol</a:t>
            </a:r>
            <a:r>
              <a:rPr lang="en-US" altLang="zh-TW" sz="1200" dirty="0"/>
              <a:t>(6, 1, "of Flash!");</a:t>
            </a:r>
          </a:p>
          <a:p>
            <a:r>
              <a:rPr lang="en-US" altLang="zh-TW" sz="1200" dirty="0"/>
              <a:t>			while(1){}</a:t>
            </a:r>
          </a:p>
          <a:p>
            <a:r>
              <a:rPr lang="en-US" altLang="zh-TW" sz="1200" dirty="0"/>
              <a:t>	}else{</a:t>
            </a:r>
          </a:p>
          <a:p>
            <a:r>
              <a:rPr lang="en-US" altLang="zh-TW" sz="1200" dirty="0"/>
              <a:t>		char </a:t>
            </a:r>
            <a:r>
              <a:rPr lang="en-US" altLang="zh-TW" sz="1200" dirty="0" err="1"/>
              <a:t>p_text</a:t>
            </a:r>
            <a:r>
              <a:rPr lang="en-US" altLang="zh-TW" sz="1200" dirty="0"/>
              <a:t>[20] = "";</a:t>
            </a:r>
          </a:p>
          <a:p>
            <a:r>
              <a:rPr lang="en-US" altLang="zh-TW" sz="1200" dirty="0"/>
              <a:t>			</a:t>
            </a:r>
          </a:p>
          <a:p>
            <a:r>
              <a:rPr lang="en-US" altLang="zh-TW" sz="1200" dirty="0"/>
              <a:t>		</a:t>
            </a:r>
            <a:r>
              <a:rPr lang="en-US" altLang="zh-TW" sz="1200" dirty="0" err="1"/>
              <a:t>LCD_DisplayStringLineCol</a:t>
            </a:r>
            <a:r>
              <a:rPr lang="en-US" altLang="zh-TW" sz="1200" dirty="0"/>
              <a:t>(3, 1, "Erased Sect.: ");		</a:t>
            </a:r>
          </a:p>
          <a:p>
            <a:r>
              <a:rPr lang="en-US" altLang="zh-TW" sz="1200" dirty="0"/>
              <a:t>		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(</a:t>
            </a:r>
            <a:r>
              <a:rPr lang="en-US" altLang="zh-TW" sz="1200" dirty="0" err="1"/>
              <a:t>p_text</a:t>
            </a:r>
            <a:r>
              <a:rPr lang="en-US" altLang="zh-TW" sz="1200" dirty="0"/>
              <a:t>, "%</a:t>
            </a:r>
            <a:r>
              <a:rPr lang="en-US" altLang="zh-TW" sz="1200" dirty="0" err="1"/>
              <a:t>i</a:t>
            </a:r>
            <a:r>
              <a:rPr lang="en-US" altLang="zh-TW" sz="1200" dirty="0"/>
              <a:t> ~ %</a:t>
            </a:r>
            <a:r>
              <a:rPr lang="en-US" altLang="zh-TW" sz="1200" dirty="0" err="1"/>
              <a:t>i</a:t>
            </a:r>
            <a:r>
              <a:rPr lang="en-US" altLang="zh-TW" sz="1200" dirty="0"/>
              <a:t>", 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, </a:t>
            </a:r>
            <a:r>
              <a:rPr lang="en-US" altLang="zh-TW" sz="1200" dirty="0">
                <a:solidFill>
                  <a:srgbClr val="FF0000"/>
                </a:solidFill>
              </a:rPr>
              <a:t>?</a:t>
            </a:r>
            <a:r>
              <a:rPr lang="en-US" altLang="zh-TW" sz="1200" dirty="0"/>
              <a:t>-1);  //% read a decimal, octal, or hexadecimal integer</a:t>
            </a:r>
          </a:p>
          <a:p>
            <a:r>
              <a:rPr lang="en-US" altLang="zh-TW" sz="1200" dirty="0"/>
              <a:t>		</a:t>
            </a:r>
            <a:r>
              <a:rPr lang="en-US" altLang="zh-TW" sz="1200" dirty="0" err="1"/>
              <a:t>LCD_DisplayStringLineCol</a:t>
            </a:r>
            <a:r>
              <a:rPr lang="en-US" altLang="zh-TW" sz="1200" dirty="0"/>
              <a:t>(3, 15, </a:t>
            </a:r>
            <a:r>
              <a:rPr lang="en-US" altLang="zh-TW" sz="1200" dirty="0" err="1"/>
              <a:t>p_text</a:t>
            </a:r>
            <a:r>
              <a:rPr lang="en-US" altLang="zh-TW" sz="1200" dirty="0"/>
              <a:t>);		</a:t>
            </a:r>
          </a:p>
          <a:p>
            <a:r>
              <a:rPr lang="en-US" altLang="zh-TW" sz="1200" dirty="0"/>
              <a:t>	}</a:t>
            </a:r>
          </a:p>
          <a:p>
            <a:r>
              <a:rPr lang="en-US" altLang="zh-TW" sz="1200" dirty="0"/>
              <a:t>	</a:t>
            </a:r>
            <a:r>
              <a:rPr lang="en-US" altLang="zh-TW" sz="1200" dirty="0" err="1"/>
              <a:t>LCD_RestoreColors</a:t>
            </a:r>
            <a:r>
              <a:rPr lang="en-US" altLang="zh-TW" sz="1200" dirty="0"/>
              <a:t>();</a:t>
            </a:r>
          </a:p>
          <a:p>
            <a:r>
              <a:rPr lang="en-US" altLang="zh-TW" sz="1200" dirty="0"/>
              <a:t>}</a:t>
            </a:r>
          </a:p>
          <a:p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3015369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4166B97E-4470-4055-9015-EEB4FEE75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6225"/>
            <a:ext cx="9144000" cy="5909578"/>
          </a:xfrm>
          <a:prstGeom prst="rect">
            <a:avLst/>
          </a:prstGeom>
        </p:spPr>
      </p:pic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21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DC21685-7A3E-46BC-B9AA-F0A1D8D35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09990"/>
            <a:ext cx="6096528" cy="4548010"/>
          </a:xfrm>
          <a:prstGeom prst="rect">
            <a:avLst/>
          </a:prstGeom>
        </p:spPr>
      </p:pic>
      <p:pic>
        <p:nvPicPr>
          <p:cNvPr id="5" name="圖片 3">
            <a:extLst>
              <a:ext uri="{FF2B5EF4-FFF2-40B4-BE49-F238E27FC236}">
                <a16:creationId xmlns:a16="http://schemas.microsoft.com/office/drawing/2014/main" id="{CA327E65-CD3A-431C-B392-5B401D790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861" y="0"/>
            <a:ext cx="6099175" cy="454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515CA01-5FE8-4E45-B0D2-329BA280C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7997" y="1468023"/>
            <a:ext cx="5946003" cy="4173637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8C3550F7-7D09-43D5-9BC4-8A5FBCA3A8C1}"/>
              </a:ext>
            </a:extLst>
          </p:cNvPr>
          <p:cNvSpPr/>
          <p:nvPr/>
        </p:nvSpPr>
        <p:spPr bwMode="auto">
          <a:xfrm>
            <a:off x="6734175" y="276225"/>
            <a:ext cx="590550" cy="31432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E11CD0D-AB35-4A7B-A266-EAE1C78236B4}"/>
              </a:ext>
            </a:extLst>
          </p:cNvPr>
          <p:cNvSpPr/>
          <p:nvPr/>
        </p:nvSpPr>
        <p:spPr bwMode="auto">
          <a:xfrm>
            <a:off x="7569200" y="1468023"/>
            <a:ext cx="590550" cy="31432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2EEA436-06D7-46B1-8822-7E70FF845B1A}"/>
              </a:ext>
            </a:extLst>
          </p:cNvPr>
          <p:cNvSpPr/>
          <p:nvPr/>
        </p:nvSpPr>
        <p:spPr bwMode="auto">
          <a:xfrm>
            <a:off x="519245" y="2609850"/>
            <a:ext cx="590550" cy="31432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1E97323A-A27A-4C33-A218-78A29C12E518}"/>
              </a:ext>
            </a:extLst>
          </p:cNvPr>
          <p:cNvSpPr/>
          <p:nvPr/>
        </p:nvSpPr>
        <p:spPr bwMode="auto">
          <a:xfrm>
            <a:off x="1765299" y="1066211"/>
            <a:ext cx="958562" cy="31432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5772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22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4C6D77-B6DD-47D1-A960-B85EB4E88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4277"/>
            <a:ext cx="9144000" cy="6169446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EEDC67CA-037C-4219-BD3C-8DEFCE1AC0EF}"/>
              </a:ext>
            </a:extLst>
          </p:cNvPr>
          <p:cNvSpPr/>
          <p:nvPr/>
        </p:nvSpPr>
        <p:spPr bwMode="auto">
          <a:xfrm>
            <a:off x="2171700" y="3181350"/>
            <a:ext cx="1895475" cy="36195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A69F222-8DAC-491C-BAC3-374E06C03743}"/>
              </a:ext>
            </a:extLst>
          </p:cNvPr>
          <p:cNvSpPr/>
          <p:nvPr/>
        </p:nvSpPr>
        <p:spPr bwMode="auto">
          <a:xfrm>
            <a:off x="3448051" y="2324099"/>
            <a:ext cx="971550" cy="27622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65B7F93-4134-4A67-8479-DC0FC244C13B}"/>
              </a:ext>
            </a:extLst>
          </p:cNvPr>
          <p:cNvSpPr/>
          <p:nvPr/>
        </p:nvSpPr>
        <p:spPr bwMode="auto">
          <a:xfrm>
            <a:off x="5381625" y="5143499"/>
            <a:ext cx="3362325" cy="885825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31D50E7-1AFA-429A-A8B6-9DB5DB6904F3}"/>
              </a:ext>
            </a:extLst>
          </p:cNvPr>
          <p:cNvSpPr/>
          <p:nvPr/>
        </p:nvSpPr>
        <p:spPr bwMode="auto">
          <a:xfrm>
            <a:off x="7219951" y="4914898"/>
            <a:ext cx="311149" cy="27622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164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2AFD4B2E-F6D4-4507-B895-0D35A12CA4A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5EBB4B5F-66C6-420A-BC7E-A6DD20B52045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23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35843" name="Picture 6">
            <a:extLst>
              <a:ext uri="{FF2B5EF4-FFF2-40B4-BE49-F238E27FC236}">
                <a16:creationId xmlns:a16="http://schemas.microsoft.com/office/drawing/2014/main" id="{CE43D0E1-2AE2-4676-9332-ADAC7B244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7513"/>
            <a:ext cx="6848475" cy="575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4" name="Picture 2">
            <a:extLst>
              <a:ext uri="{FF2B5EF4-FFF2-40B4-BE49-F238E27FC236}">
                <a16:creationId xmlns:a16="http://schemas.microsoft.com/office/drawing/2014/main" id="{74D7591E-AB01-4F18-B000-6A7F65010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950913"/>
            <a:ext cx="4471987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5" name="Picture 5">
            <a:extLst>
              <a:ext uri="{FF2B5EF4-FFF2-40B4-BE49-F238E27FC236}">
                <a16:creationId xmlns:a16="http://schemas.microsoft.com/office/drawing/2014/main" id="{EE8700DE-229F-404F-9F34-75BDD0A7E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3" y="3968750"/>
            <a:ext cx="340042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46" name="Oval 7">
            <a:extLst>
              <a:ext uri="{FF2B5EF4-FFF2-40B4-BE49-F238E27FC236}">
                <a16:creationId xmlns:a16="http://schemas.microsoft.com/office/drawing/2014/main" id="{906D87B2-B18C-4726-B033-6EF16352D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835025"/>
            <a:ext cx="392112" cy="409575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5847" name="Oval 8">
            <a:extLst>
              <a:ext uri="{FF2B5EF4-FFF2-40B4-BE49-F238E27FC236}">
                <a16:creationId xmlns:a16="http://schemas.microsoft.com/office/drawing/2014/main" id="{A115A1F8-3016-44B1-A772-9DFB9B3A3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1455738"/>
            <a:ext cx="1054100" cy="206375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5848" name="Oval 9">
            <a:extLst>
              <a:ext uri="{FF2B5EF4-FFF2-40B4-BE49-F238E27FC236}">
                <a16:creationId xmlns:a16="http://schemas.microsoft.com/office/drawing/2014/main" id="{85008360-62A5-467D-85B8-465214894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2398713"/>
            <a:ext cx="998538" cy="228600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5849" name="Oval 10">
            <a:extLst>
              <a:ext uri="{FF2B5EF4-FFF2-40B4-BE49-F238E27FC236}">
                <a16:creationId xmlns:a16="http://schemas.microsoft.com/office/drawing/2014/main" id="{B2F84E1E-EEA7-4571-BCC6-8335A45E2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455738"/>
            <a:ext cx="576263" cy="206375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5850" name="AutoShape 11">
            <a:extLst>
              <a:ext uri="{FF2B5EF4-FFF2-40B4-BE49-F238E27FC236}">
                <a16:creationId xmlns:a16="http://schemas.microsoft.com/office/drawing/2014/main" id="{B9A40C38-BE84-4133-8F3A-4734EEEA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75" y="1649413"/>
            <a:ext cx="174625" cy="736600"/>
          </a:xfrm>
          <a:prstGeom prst="upArrow">
            <a:avLst>
              <a:gd name="adj1" fmla="val 50000"/>
              <a:gd name="adj2" fmla="val 10545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5851" name="Oval 12">
            <a:extLst>
              <a:ext uri="{FF2B5EF4-FFF2-40B4-BE49-F238E27FC236}">
                <a16:creationId xmlns:a16="http://schemas.microsoft.com/office/drawing/2014/main" id="{6C475886-663D-413E-B640-99D3CF885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4648200"/>
            <a:ext cx="1270000" cy="1295400"/>
          </a:xfrm>
          <a:prstGeom prst="ellipse">
            <a:avLst/>
          </a:prstGeom>
          <a:noFill/>
          <a:ln w="952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cxnSp>
        <p:nvCxnSpPr>
          <p:cNvPr id="35852" name="直線單箭頭接點 2">
            <a:extLst>
              <a:ext uri="{FF2B5EF4-FFF2-40B4-BE49-F238E27FC236}">
                <a16:creationId xmlns:a16="http://schemas.microsoft.com/office/drawing/2014/main" id="{B40A1B18-A486-4263-BA1F-20C2F1D98926}"/>
              </a:ext>
            </a:extLst>
          </p:cNvPr>
          <p:cNvCxnSpPr>
            <a:cxnSpLocks noChangeShapeType="1"/>
            <a:stCxn id="35846" idx="6"/>
          </p:cNvCxnSpPr>
          <p:nvPr/>
        </p:nvCxnSpPr>
        <p:spPr bwMode="auto">
          <a:xfrm>
            <a:off x="685800" y="1039813"/>
            <a:ext cx="2014538" cy="7302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3" name="直線單箭頭接點 4">
            <a:extLst>
              <a:ext uri="{FF2B5EF4-FFF2-40B4-BE49-F238E27FC236}">
                <a16:creationId xmlns:a16="http://schemas.microsoft.com/office/drawing/2014/main" id="{64DDA4FB-DCB9-4ED1-9B95-08D00CCEA0BD}"/>
              </a:ext>
            </a:extLst>
          </p:cNvPr>
          <p:cNvCxnSpPr>
            <a:cxnSpLocks/>
            <a:endCxn id="35851" idx="7"/>
          </p:cNvCxnSpPr>
          <p:nvPr/>
        </p:nvCxnSpPr>
        <p:spPr bwMode="auto">
          <a:xfrm flipH="1">
            <a:off x="4848225" y="4025900"/>
            <a:ext cx="1185863" cy="8112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4" name="矩形 19">
            <a:extLst>
              <a:ext uri="{FF2B5EF4-FFF2-40B4-BE49-F238E27FC236}">
                <a16:creationId xmlns:a16="http://schemas.microsoft.com/office/drawing/2014/main" id="{68C5C511-19F0-4936-A350-344BF12FD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8" y="7938"/>
            <a:ext cx="1704975" cy="368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>
                <a:solidFill>
                  <a:srgbClr val="0000FF"/>
                </a:solidFill>
              </a:rPr>
              <a:t>After execution!</a:t>
            </a:r>
            <a:endParaRPr lang="zh-TW" altLang="en-US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756EF7D-1D44-48D5-A712-F4967B41DB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-</a:t>
            </a:r>
            <a:fld id="{A6F885A7-599D-4C2F-A01D-1B11754B5DA6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24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64E88FB-4261-4C4A-A2A8-A7A8875F8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2795588"/>
            <a:ext cx="672465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6600" dirty="0">
                <a:solidFill>
                  <a:srgbClr val="FF0000"/>
                </a:solidFill>
              </a:rPr>
              <a:t>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2537316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>
            <a:extLst>
              <a:ext uri="{FF2B5EF4-FFF2-40B4-BE49-F238E27FC236}">
                <a16:creationId xmlns:a16="http://schemas.microsoft.com/office/drawing/2014/main" id="{4EA75AA5-4A1B-46D0-8C84-5C798ACC3C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933747D2-4E16-4C89-9120-3B7BD9D80833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25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37891" name="圖片 1">
            <a:extLst>
              <a:ext uri="{FF2B5EF4-FFF2-40B4-BE49-F238E27FC236}">
                <a16:creationId xmlns:a16="http://schemas.microsoft.com/office/drawing/2014/main" id="{EB487D18-E762-412D-95A9-12B7B6576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7213"/>
            <a:ext cx="9144000" cy="574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Text Box 3">
            <a:extLst>
              <a:ext uri="{FF2B5EF4-FFF2-40B4-BE49-F238E27FC236}">
                <a16:creationId xmlns:a16="http://schemas.microsoft.com/office/drawing/2014/main" id="{8E6EA06F-00B0-4402-BB1C-EF0DDF9B3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23813"/>
            <a:ext cx="26987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dirty="0">
                <a:solidFill>
                  <a:srgbClr val="FF0000"/>
                </a:solidFill>
              </a:rPr>
              <a:t>Troubleshooting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>
            <a:extLst>
              <a:ext uri="{FF2B5EF4-FFF2-40B4-BE49-F238E27FC236}">
                <a16:creationId xmlns:a16="http://schemas.microsoft.com/office/drawing/2014/main" id="{39C20472-43F3-4705-96A1-CAB6EE7965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69EBC2D3-4CC5-4954-9CCB-1ADE3354D803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26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39939" name="圖片 1">
            <a:extLst>
              <a:ext uri="{FF2B5EF4-FFF2-40B4-BE49-F238E27FC236}">
                <a16:creationId xmlns:a16="http://schemas.microsoft.com/office/drawing/2014/main" id="{34E5A208-E614-40AD-8FBB-ADB42DE48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400050"/>
            <a:ext cx="8258175" cy="61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BDC7968F-E2CF-4ED1-8D2E-017400E929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zh-TW" altLang="en-US">
                <a:solidFill>
                  <a:srgbClr val="006600"/>
                </a:solidFill>
                <a:latin typeface="Arial" panose="020B0604020202020204" pitchFamily="34" charset="0"/>
              </a:rPr>
              <a:t>林錫寬 </a:t>
            </a:r>
            <a:r>
              <a:rPr kumimoji="0" lang="en-US" altLang="zh-TW">
                <a:solidFill>
                  <a:srgbClr val="006600"/>
                </a:solidFill>
                <a:latin typeface="Arial" panose="020B0604020202020204" pitchFamily="34" charset="0"/>
              </a:rPr>
              <a:t>FPEC-</a:t>
            </a:r>
            <a:fld id="{4781F016-2DA6-4354-AA48-6DCD6F3E7DD0}" type="slidenum">
              <a:rPr kumimoji="0" lang="en-US" altLang="zh-TW" smtClean="0">
                <a:solidFill>
                  <a:srgbClr val="006600"/>
                </a:solidFill>
                <a:latin typeface="Arial" panose="020B0604020202020204" pitchFamily="34" charset="0"/>
              </a:rPr>
              <a:pPr/>
              <a:t>27</a:t>
            </a:fld>
            <a:endParaRPr kumimoji="0" lang="en-US" altLang="zh-TW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pic>
        <p:nvPicPr>
          <p:cNvPr id="41987" name="圖片 1">
            <a:extLst>
              <a:ext uri="{FF2B5EF4-FFF2-40B4-BE49-F238E27FC236}">
                <a16:creationId xmlns:a16="http://schemas.microsoft.com/office/drawing/2014/main" id="{63AA7038-1283-4DFB-B7CF-5108C812B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838"/>
            <a:ext cx="9144000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橢圓 2">
            <a:extLst>
              <a:ext uri="{FF2B5EF4-FFF2-40B4-BE49-F238E27FC236}">
                <a16:creationId xmlns:a16="http://schemas.microsoft.com/office/drawing/2014/main" id="{CD5F3D37-6069-42DF-AD9A-A9D1C7650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3806825"/>
            <a:ext cx="1481138" cy="24765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 b="1"/>
          </a:p>
        </p:txBody>
      </p:sp>
      <p:sp>
        <p:nvSpPr>
          <p:cNvPr id="41989" name="橢圓 5">
            <a:extLst>
              <a:ext uri="{FF2B5EF4-FFF2-40B4-BE49-F238E27FC236}">
                <a16:creationId xmlns:a16="http://schemas.microsoft.com/office/drawing/2014/main" id="{781B68F2-8A52-4181-8857-22393984C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2508250"/>
            <a:ext cx="1706563" cy="24765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designa">
  <a:themeElements>
    <a:clrScheme name="tdesigna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tdesigna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tdesigna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designa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designa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designa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designa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designa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designa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designa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14459</TotalTime>
  <Words>1259</Words>
  <Application>Microsoft Office PowerPoint</Application>
  <PresentationFormat>如螢幕大小 (4:3)</PresentationFormat>
  <Paragraphs>183</Paragraphs>
  <Slides>27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3" baseType="lpstr">
      <vt:lpstr>新細明體</vt:lpstr>
      <vt:lpstr>Arial</vt:lpstr>
      <vt:lpstr>Times New Roman</vt:lpstr>
      <vt:lpstr>Wingdings</vt:lpstr>
      <vt:lpstr>Wingdings 2</vt:lpstr>
      <vt:lpstr>tdesigna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sklin</dc:creator>
  <cp:lastModifiedBy>sklin</cp:lastModifiedBy>
  <cp:revision>408</cp:revision>
  <dcterms:created xsi:type="dcterms:W3CDTF">2004-09-19T09:59:22Z</dcterms:created>
  <dcterms:modified xsi:type="dcterms:W3CDTF">2025-03-27T05:01:32Z</dcterms:modified>
</cp:coreProperties>
</file>